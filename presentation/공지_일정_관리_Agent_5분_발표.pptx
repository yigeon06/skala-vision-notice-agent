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5839fb63014369" /><Relationship Type="http://schemas.openxmlformats.org/officeDocument/2006/relationships/extended-properties" Target="/docProps/app.xml" Id="R9b7cdc39cd784b54" /><Relationship Type="http://schemas.openxmlformats.org/officeDocument/2006/relationships/officeDocument" Target="/ppt/presentation.xml" Id="R464a795cd9654bda" /></Relationships>
</file>

<file path=ppt/presentation.xml><?xml version="1.0" encoding="utf-8"?>
<p:presentation xmlns:p="http://schemas.openxmlformats.org/presentationml/2006/main">
  <p:sldMasterIdLst>
    <p:sldMasterId xmlns:r="http://schemas.openxmlformats.org/officeDocument/2006/relationships" id="2147483648" r:id="Rfd661fa3023a4810"/>
  </p:sldMasterIdLst>
  <p:notesMasterIdLst>
    <p:notesMasterId xmlns:r="http://schemas.openxmlformats.org/officeDocument/2006/relationships" r:id="R581be267d9b44c1f"/>
  </p:notesMasterIdLst>
  <p:sldIdLst>
    <p:sldId xmlns:r="http://schemas.openxmlformats.org/officeDocument/2006/relationships" id="256" r:id="R91db7d1346344f82"/>
    <p:sldId xmlns:r="http://schemas.openxmlformats.org/officeDocument/2006/relationships" id="257" r:id="R42cbdab6a836476e"/>
    <p:sldId xmlns:r="http://schemas.openxmlformats.org/officeDocument/2006/relationships" id="258" r:id="R9c142e12eec84c00"/>
    <p:sldId xmlns:r="http://schemas.openxmlformats.org/officeDocument/2006/relationships" id="259" r:id="R443774bb423148d1"/>
    <p:sldId xmlns:r="http://schemas.openxmlformats.org/officeDocument/2006/relationships" id="260" r:id="Ra1d73c1098e94c7b"/>
    <p:sldId xmlns:r="http://schemas.openxmlformats.org/officeDocument/2006/relationships" id="261" r:id="R9535042abed441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27d4b6691b41a6" /><Relationship Type="http://schemas.openxmlformats.org/officeDocument/2006/relationships/slideMaster" Target="/ppt/slideMasters/slideMaster1.xml" Id="Rfd661fa3023a4810" /><Relationship Type="http://schemas.openxmlformats.org/officeDocument/2006/relationships/notesMaster" Target="/ppt/notesMasters/notesMaster1.xml" Id="R581be267d9b44c1f" /><Relationship Type="http://schemas.openxmlformats.org/officeDocument/2006/relationships/presProps" Target="/ppt/presProps.xml" Id="R3f9ab06adb474128" /><Relationship Type="http://schemas.openxmlformats.org/officeDocument/2006/relationships/tableStyles" Target="/ppt/tableStyles.xml" Id="R0681a98fdb104a90" /><Relationship Type="http://schemas.openxmlformats.org/officeDocument/2006/relationships/slide" Target="/ppt/slides/slide1.xml" Id="R91db7d1346344f82" /><Relationship Type="http://schemas.openxmlformats.org/officeDocument/2006/relationships/slide" Target="/ppt/slides/slide2.xml" Id="R42cbdab6a836476e" /><Relationship Type="http://schemas.openxmlformats.org/officeDocument/2006/relationships/slide" Target="/ppt/slides/slide3.xml" Id="R9c142e12eec84c00" /><Relationship Type="http://schemas.openxmlformats.org/officeDocument/2006/relationships/slide" Target="/ppt/slides/slide4.xml" Id="R443774bb423148d1" /><Relationship Type="http://schemas.openxmlformats.org/officeDocument/2006/relationships/slide" Target="/ppt/slides/slide5.xml" Id="Ra1d73c1098e94c7b" /><Relationship Type="http://schemas.openxmlformats.org/officeDocument/2006/relationships/slide" Target="/ppt/slides/slide6.xml" Id="R9535042abed4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9dd19fd27341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c41ab6fa994b71" /><Relationship Type="http://schemas.openxmlformats.org/officeDocument/2006/relationships/notesMaster" Target="/ppt/notesMasters/notesMaster1.xml" Id="R4cbbbf441c6d45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f2cd15b453433a" /><Relationship Type="http://schemas.openxmlformats.org/officeDocument/2006/relationships/notesMaster" Target="/ppt/notesMasters/notesMaster1.xml" Id="R78728afa229845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15aaa99d374bf6" /><Relationship Type="http://schemas.openxmlformats.org/officeDocument/2006/relationships/notesMaster" Target="/ppt/notesMasters/notesMaster1.xml" Id="R6a1d730b65de47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4fdccc55b24571" /><Relationship Type="http://schemas.openxmlformats.org/officeDocument/2006/relationships/notesMaster" Target="/ppt/notesMasters/notesMaster1.xml" Id="R681e4da669d5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ba3b3975d14149" /><Relationship Type="http://schemas.openxmlformats.org/officeDocument/2006/relationships/notesMaster" Target="/ppt/notesMasters/notesMaster1.xml" Id="R59db5109853846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0cfbdb7a5f487d" /><Relationship Type="http://schemas.openxmlformats.org/officeDocument/2006/relationships/notesMaster" Target="/ppt/notesMasters/notesMaster1.xml" Id="R982f98d2b1464c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공지 이미지가 여러 곳에 쌓이면 신청 마감과 행사일을 다시 찾기 어렵습니다. 이 프로젝트는 이미지를 구조화해 저장하고, 자연어 질문과 달력으로 확인하는 로컬 AI 서비스입니다. 출처: 과제 규정 PDF 9쪽, 프로젝트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기존에는 공고 이미지마다 다시 열고 날짜를 직접 옮겨야 했습니다. 서비스는 세 가지 흐름을 제공합니다. 첫째 이미지 등록과 저장 전 검토, 둘째 조건·내용 검색, 셋째 월간 달력입니다. 기능 비교이며 처리 시간·정확도의 정량적 개선을 측정한 결과는 아닙니다. 출처: README.md 1, 2, 5, 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[1:15–2:25] Vue 화면에서 요청을 FastAPI로 보냅니다. LangGraph가 등록과 조회 경로를 제어합니다. 등록은 Ollama Vision OCR, OpenAI 구조화, Pydantic·날짜 검증을 거쳐 사용자가 수정한 뒤 SQLite에 저장합니다. 조회는 날짜·상태 조건은 SQL, 내용 질문은 bge-m3 임베딩 검색과 근거 기반 답변을 사용합니다. 달력은 저장된 일정에서 읽습니다. LangSmith 추적 코드는 선택 기능이며 실제 외부 추적 확인은 별도 설정이 필요합니다. 출처: README.md 3–5절, 최종구조.drawio.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[2:25–3:25] 이 슬라이드는 사용자가 실제 앱 화면을 캡처해 넣을 자리입니다. 왼쪽: 이미지 등록 후 추출 결과를 검토·수정하는 화면. 가운데: 관련 공고 검색 또는 세부 질문에 대한 근거와 출처. 오른쪽: 시작일·마감일이 보이는 월간 달력. 발표 중 세 화면의 기능 흐름을 1분 안에 설명하세요. 현재 슬라이드는 캡처가 들어가기 전 상태이며 실제 실행 장면을 주장하지 않습니다. 출처: README.md 5–7절.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[3:25–4:20] 2026년 10월 22일 README 기록 기준 전체 모의·회귀 테스트 75개가 통과했고 프론트엔드 빌드에 성공했습니다. 이전 생성 공지 1장을 사용한 통합 점검에서는 확인 항목 10개가 통과했으나 이는 현재 날짜 전용 추출 스키마의 다수 실공고 정확도를 의미하지 않습니다. Before/After는 작업 흐름 비교입니다. 처리 시간이나 정확도의 정량 향상 수치는 아직 없습니다. 출처: README.md 7–8절.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[4:20–5:00] 현재 한계는 세 가지입니다. SQL 경로에서 주제만 묻는 질문은 무관 공고를 포함할 수 있습니다. OCR과 모호한 날짜는 저장 전 확인이 필요합니다. 날짜 전용 스키마는 당일 정확한 마감 시각을 비교하지 못합니다. 다음에는 실제 공고 평가셋을 만들고 검색 오류와 추출 정확도를 측정한 뒤 주제 필터와 재순위화를 개선하겠습니다. 출처: README.md 9–10절.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627cf5c8054f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48d48f09774c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2b7af97e8047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e03268f3054d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79e2e5dcf34b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c1833bfa8242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ED0E00-9A03-4127-AC96-C243599690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8ED21A-B709-42A4-ABE9-0EEC4925E5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CDE5B5-BE0A-41A1-8386-75A8D052F4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B5076D-2AAC-4D12-83BA-6136301B38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BAD5B3-80E2-4163-B22E-E9C1BF8E85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8BBE19A-32AF-4513-9698-2589E6D999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E3DEAF-B71C-4466-8191-91CD0597E2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0DD633-15BC-422E-B20C-A033C50682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97F48-C213-47E1-9CA1-E98D6CBE9B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38856E-5BB8-48B1-9800-59310C0C5C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fff8943f5043de" /><Relationship Type="http://schemas.openxmlformats.org/officeDocument/2006/relationships/slideLayout" Target="/ppt/slideLayouts/slideLayout1.xml" Id="Rb0fab484af364c6c" /><Relationship Type="http://schemas.openxmlformats.org/officeDocument/2006/relationships/slideLayout" Target="/ppt/slideLayouts/slideLayout2.xml" Id="R7c420e47563341b5" /><Relationship Type="http://schemas.openxmlformats.org/officeDocument/2006/relationships/slideLayout" Target="/ppt/slideLayouts/slideLayout3.xml" Id="R042f8b4bc3d24b9b" /><Relationship Type="http://schemas.openxmlformats.org/officeDocument/2006/relationships/slideLayout" Target="/ppt/slideLayouts/slideLayout4.xml" Id="R185b493a6be94bad" /><Relationship Type="http://schemas.openxmlformats.org/officeDocument/2006/relationships/slideLayout" Target="/ppt/slideLayouts/slideLayout5.xml" Id="Rc295e3add7de4a40" /><Relationship Type="http://schemas.openxmlformats.org/officeDocument/2006/relationships/slideLayout" Target="/ppt/slideLayouts/slideLayout6.xml" Id="R8c598601a12849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ab484af364c6c"/>
    <p:sldLayoutId xmlns:r="http://schemas.openxmlformats.org/officeDocument/2006/relationships" id="2147483650" r:id="R7c420e47563341b5"/>
    <p:sldLayoutId xmlns:r="http://schemas.openxmlformats.org/officeDocument/2006/relationships" id="2147483651" r:id="R042f8b4bc3d24b9b"/>
    <p:sldLayoutId xmlns:r="http://schemas.openxmlformats.org/officeDocument/2006/relationships" id="2147483652" r:id="R185b493a6be94bad"/>
    <p:sldLayoutId xmlns:r="http://schemas.openxmlformats.org/officeDocument/2006/relationships" id="2147483653" r:id="Rc295e3add7de4a40"/>
    <p:sldLayoutId xmlns:r="http://schemas.openxmlformats.org/officeDocument/2006/relationships" id="2147483654" r:id="R8c598601a12849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cc4cbb58ed41ff" /><Relationship Type="http://schemas.openxmlformats.org/officeDocument/2006/relationships/notesSlide" Target="/ppt/notesSlides/notesSlide1.xml" Id="Rb4e2a8d86a1240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7a63dfe059474f" /><Relationship Type="http://schemas.openxmlformats.org/officeDocument/2006/relationships/notesSlide" Target="/ppt/notesSlides/notesSlide2.xml" Id="R1471bc2ff0874e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b9aa9da4904879" /><Relationship Type="http://schemas.openxmlformats.org/officeDocument/2006/relationships/notesSlide" Target="/ppt/notesSlides/notesSlide3.xml" Id="Rb46119b7e50942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64d73611b14991" /><Relationship Type="http://schemas.openxmlformats.org/officeDocument/2006/relationships/notesSlide" Target="/ppt/notesSlides/notesSlide4.xml" Id="Rbc19ee251aad4e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18d8b138234ec8" /><Relationship Type="http://schemas.openxmlformats.org/officeDocument/2006/relationships/notesSlide" Target="/ppt/notesSlides/notesSlide5.xml" Id="R7edb512c01ad49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89d65714384c06" /><Relationship Type="http://schemas.openxmlformats.org/officeDocument/2006/relationships/notesSlide" Target="/ppt/notesSlides/notesSlide6.xml" Id="R3321043ed0544de7"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F221F37-62ED-4D1A-BBE4-DE6650B091A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604CD3-0DA4-467B-99BC-26AA0AB80AA9}"/>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AI 서비스 개발 MINI-PROJECT</a:t>
            </a:r>
          </a:p>
        </p:txBody>
      </p:sp>
      <p:sp>
        <p:nvSpPr>
          <p:cNvPr id="3" name="">
            <a:extLst xmlns:a="http://schemas.openxmlformats.org/drawingml/2006/main">
              <a:ext uri="{FF2B5EF4-FFF2-40B4-BE49-F238E27FC236}">
                <a16:creationId xmlns:a16="http://schemas.microsoft.com/office/drawing/2014/main" id="{F70DD18E-D5B8-4582-AAE6-368A41A631BD}"/>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이미지 공지를, 찾을 수 있는 일정으로</a:t>
            </a:r>
          </a:p>
        </p:txBody>
      </p:sp>
      <p:sp>
        <p:nvSpPr>
          <p:cNvPr id="4" name="">
            <a:extLst xmlns:a="http://schemas.openxmlformats.org/drawingml/2006/main">
              <a:ext uri="{FF2B5EF4-FFF2-40B4-BE49-F238E27FC236}">
                <a16:creationId xmlns:a16="http://schemas.microsoft.com/office/drawing/2014/main" id="{AD76C34B-BAB6-4054-9B5C-2593ED5C1053}"/>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4320C2-D791-4F82-B7F4-06680C789DE9}"/>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9EB0DAF0-C918-4F0B-B1BC-233005AE56A8}"/>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1/6  ·  30초</a:t>
            </a:r>
          </a:p>
        </p:txBody>
      </p:sp>
      <p:sp>
        <p:nvSpPr>
          <p:cNvPr id="7" name="">
            <a:extLst xmlns:a="http://schemas.openxmlformats.org/drawingml/2006/main">
              <a:ext uri="{FF2B5EF4-FFF2-40B4-BE49-F238E27FC236}">
                <a16:creationId xmlns:a16="http://schemas.microsoft.com/office/drawing/2014/main" id="{D13B40BC-CB4D-4929-9E69-30F67A3A2240}"/>
              </a:ext>
            </a:extLst>
          </p:cNvPr>
          <p:cNvSpPr>
            <a:spLocks xmlns:a="http://schemas.openxmlformats.org/drawingml/2006/main" noGrp="1"/>
          </p:cNvSpPr>
          <p:nvPr/>
        </p:nvSpPr>
        <p:spPr>
          <a:xfrm xmlns:a="http://schemas.openxmlformats.org/drawingml/2006/main">
            <a:off x="628650" y="1552575"/>
            <a:ext cx="742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1D2C45"/>
                </a:solidFill>
                <a:latin typeface="NanumGothic"/>
                <a:ea typeface="NanumGothic"/>
                <a:cs typeface="NanumGothic"/>
              </a:defRPr>
            </a:defPPr>
            <a:lvl1pPr algn="l">
              <a:defRPr sz="2025" b="0">
                <a:solidFill>
                  <a:srgbClr val="1D2C45"/>
                </a:solidFill>
                <a:latin typeface="NanumGothic"/>
                <a:ea typeface="NanumGothic"/>
                <a:cs typeface="NanumGothic"/>
              </a:defRPr>
            </a:lvl1pPr>
            <a:lvl2pPr algn="l">
              <a:defRPr sz="2025" b="0">
                <a:solidFill>
                  <a:srgbClr val="1D2C45"/>
                </a:solidFill>
                <a:latin typeface="NanumGothic"/>
                <a:ea typeface="NanumGothic"/>
                <a:cs typeface="NanumGothic"/>
              </a:defRPr>
            </a:lvl2pPr>
            <a:lvl3pPr algn="l">
              <a:defRPr sz="2025" b="0">
                <a:solidFill>
                  <a:srgbClr val="1D2C45"/>
                </a:solidFill>
                <a:latin typeface="NanumGothic"/>
                <a:ea typeface="NanumGothic"/>
                <a:cs typeface="NanumGothic"/>
              </a:defRPr>
            </a:lvl3pPr>
            <a:lvl4pPr algn="l">
              <a:defRPr sz="2025" b="0">
                <a:solidFill>
                  <a:srgbClr val="1D2C45"/>
                </a:solidFill>
                <a:latin typeface="NanumGothic"/>
                <a:ea typeface="NanumGothic"/>
                <a:cs typeface="NanumGothic"/>
              </a:defRPr>
            </a:lvl4pPr>
            <a:lvl5pPr algn="l">
              <a:defRPr sz="2025" b="0">
                <a:solidFill>
                  <a:srgbClr val="1D2C45"/>
                </a:solidFill>
                <a:latin typeface="NanumGothic"/>
                <a:ea typeface="NanumGothic"/>
                <a:cs typeface="NanumGothic"/>
              </a:defRPr>
            </a:lvl5pPr>
            <a:lvl6pPr algn="l">
              <a:defRPr sz="2025" b="0">
                <a:solidFill>
                  <a:srgbClr val="1D2C45"/>
                </a:solidFill>
                <a:latin typeface="NanumGothic"/>
                <a:ea typeface="NanumGothic"/>
                <a:cs typeface="NanumGothic"/>
              </a:defRPr>
            </a:lvl6pPr>
            <a:lvl7pPr algn="l">
              <a:defRPr sz="2025" b="0">
                <a:solidFill>
                  <a:srgbClr val="1D2C45"/>
                </a:solidFill>
                <a:latin typeface="NanumGothic"/>
                <a:ea typeface="NanumGothic"/>
                <a:cs typeface="NanumGothic"/>
              </a:defRPr>
            </a:lvl7pPr>
            <a:lvl8pPr algn="l">
              <a:defRPr sz="2025" b="0">
                <a:solidFill>
                  <a:srgbClr val="1D2C45"/>
                </a:solidFill>
                <a:latin typeface="NanumGothic"/>
                <a:ea typeface="NanumGothic"/>
                <a:cs typeface="NanumGothic"/>
              </a:defRPr>
            </a:lvl8pPr>
            <a:lvl9pPr algn="l">
              <a:defRPr sz="2025" b="0">
                <a:solidFill>
                  <a:srgbClr val="1D2C45"/>
                </a:solidFill>
                <a:latin typeface="NanumGothic"/>
                <a:ea typeface="NanumGothic"/>
                <a:cs typeface="NanumGothic"/>
              </a:defRPr>
            </a:lvl9pPr>
          </a:lstStyle>
          <a:p xmlns:a="http://schemas.openxmlformats.org/drawingml/2006/main">
            <a:pPr algn="l">
              <a:defRPr sz="2025" b="0">
                <a:solidFill>
                  <a:srgbClr val="1D2C45"/>
                </a:solidFill>
                <a:latin typeface="NanumGothic"/>
                <a:ea typeface="NanumGothic"/>
                <a:cs typeface="NanumGothic"/>
              </a:defRPr>
            </a:pPr>
            <a:r>
              <a:rPr sz="2025" b="0">
                <a:solidFill>
                  <a:srgbClr val="1D2C45"/>
                </a:solidFill>
                <a:latin typeface="NanumGothic"/>
                <a:ea typeface="NanumGothic"/>
                <a:cs typeface="NanumGothic"/>
              </a:rPr>
              <a:t>사진·캡처 속 공고를 읽고 저장한 뒤</a:t>
            </a:r>
          </a:p>
          <a:p xmlns:a="http://schemas.openxmlformats.org/drawingml/2006/main">
            <a:pPr algn="l">
              <a:defRPr sz="2025" b="0">
                <a:solidFill>
                  <a:srgbClr val="1D2C45"/>
                </a:solidFill>
                <a:latin typeface="NanumGothic"/>
                <a:ea typeface="NanumGothic"/>
                <a:cs typeface="NanumGothic"/>
              </a:defRPr>
            </a:pPr>
            <a:r>
              <a:rPr sz="2025" b="0">
                <a:solidFill>
                  <a:srgbClr val="1D2C45"/>
                </a:solidFill>
                <a:latin typeface="NanumGothic"/>
                <a:ea typeface="NanumGothic"/>
                <a:cs typeface="NanumGothic"/>
              </a:rPr>
              <a:t>질문과 달력으로 다시 찾는 로컬 AI 서비스</a:t>
            </a:r>
          </a:p>
        </p:txBody>
      </p:sp>
      <p:sp>
        <p:nvSpPr>
          <p:cNvPr id="8" name="">
            <a:extLst xmlns:a="http://schemas.openxmlformats.org/drawingml/2006/main">
              <a:ext uri="{FF2B5EF4-FFF2-40B4-BE49-F238E27FC236}">
                <a16:creationId xmlns:a16="http://schemas.microsoft.com/office/drawing/2014/main" id="{2661858D-3F32-40B0-83CE-00DE97FA429F}"/>
              </a:ext>
            </a:extLst>
          </p:cNvPr>
          <p:cNvSpPr>
            <a:spLocks xmlns:a="http://schemas.openxmlformats.org/drawingml/2006/main" noGrp="1"/>
          </p:cNvSpPr>
          <p:nvPr/>
        </p:nvSpPr>
        <p:spPr>
          <a:xfrm xmlns:a="http://schemas.openxmlformats.org/drawingml/2006/main">
            <a:off x="628650" y="3238500"/>
            <a:ext cx="33147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383">
            <a:solidFill>
              <a:srgbClr val="CBD7EA"/>
            </a:solidFill>
            <a:prstDash val="solid"/>
          </a:ln>
        </p:spPr>
      </p:sp>
      <p:sp>
        <p:nvSpPr>
          <p:cNvPr id="9" name="">
            <a:extLst xmlns:a="http://schemas.openxmlformats.org/drawingml/2006/main">
              <a:ext uri="{FF2B5EF4-FFF2-40B4-BE49-F238E27FC236}">
                <a16:creationId xmlns:a16="http://schemas.microsoft.com/office/drawing/2014/main" id="{49B63519-0D11-4A49-9090-4840631CDD8C}"/>
              </a:ext>
            </a:extLst>
          </p:cNvPr>
          <p:cNvSpPr>
            <a:spLocks xmlns:a="http://schemas.openxmlformats.org/drawingml/2006/main" noGrp="1"/>
          </p:cNvSpPr>
          <p:nvPr/>
        </p:nvSpPr>
        <p:spPr>
          <a:xfrm xmlns:a="http://schemas.openxmlformats.org/drawingml/2006/main">
            <a:off x="857250" y="34290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762D9"/>
                </a:solidFill>
                <a:latin typeface="NanumGothic"/>
                <a:ea typeface="NanumGothic"/>
                <a:cs typeface="NanumGothic"/>
              </a:defRPr>
            </a:defPPr>
            <a:lvl1pPr algn="l">
              <a:defRPr sz="2100" b="1">
                <a:solidFill>
                  <a:srgbClr val="2762D9"/>
                </a:solidFill>
                <a:latin typeface="NanumGothic"/>
                <a:ea typeface="NanumGothic"/>
                <a:cs typeface="NanumGothic"/>
              </a:defRPr>
            </a:lvl1pPr>
            <a:lvl2pPr algn="l">
              <a:defRPr sz="2100" b="1">
                <a:solidFill>
                  <a:srgbClr val="2762D9"/>
                </a:solidFill>
                <a:latin typeface="NanumGothic"/>
                <a:ea typeface="NanumGothic"/>
                <a:cs typeface="NanumGothic"/>
              </a:defRPr>
            </a:lvl2pPr>
            <a:lvl3pPr algn="l">
              <a:defRPr sz="2100" b="1">
                <a:solidFill>
                  <a:srgbClr val="2762D9"/>
                </a:solidFill>
                <a:latin typeface="NanumGothic"/>
                <a:ea typeface="NanumGothic"/>
                <a:cs typeface="NanumGothic"/>
              </a:defRPr>
            </a:lvl3pPr>
            <a:lvl4pPr algn="l">
              <a:defRPr sz="2100" b="1">
                <a:solidFill>
                  <a:srgbClr val="2762D9"/>
                </a:solidFill>
                <a:latin typeface="NanumGothic"/>
                <a:ea typeface="NanumGothic"/>
                <a:cs typeface="NanumGothic"/>
              </a:defRPr>
            </a:lvl4pPr>
            <a:lvl5pPr algn="l">
              <a:defRPr sz="2100" b="1">
                <a:solidFill>
                  <a:srgbClr val="2762D9"/>
                </a:solidFill>
                <a:latin typeface="NanumGothic"/>
                <a:ea typeface="NanumGothic"/>
                <a:cs typeface="NanumGothic"/>
              </a:defRPr>
            </a:lvl5pPr>
            <a:lvl6pPr algn="l">
              <a:defRPr sz="2100" b="1">
                <a:solidFill>
                  <a:srgbClr val="2762D9"/>
                </a:solidFill>
                <a:latin typeface="NanumGothic"/>
                <a:ea typeface="NanumGothic"/>
                <a:cs typeface="NanumGothic"/>
              </a:defRPr>
            </a:lvl6pPr>
            <a:lvl7pPr algn="l">
              <a:defRPr sz="2100" b="1">
                <a:solidFill>
                  <a:srgbClr val="2762D9"/>
                </a:solidFill>
                <a:latin typeface="NanumGothic"/>
                <a:ea typeface="NanumGothic"/>
                <a:cs typeface="NanumGothic"/>
              </a:defRPr>
            </a:lvl7pPr>
            <a:lvl8pPr algn="l">
              <a:defRPr sz="2100" b="1">
                <a:solidFill>
                  <a:srgbClr val="2762D9"/>
                </a:solidFill>
                <a:latin typeface="NanumGothic"/>
                <a:ea typeface="NanumGothic"/>
                <a:cs typeface="NanumGothic"/>
              </a:defRPr>
            </a:lvl8pPr>
            <a:lvl9pPr algn="l">
              <a:defRPr sz="2100" b="1">
                <a:solidFill>
                  <a:srgbClr val="2762D9"/>
                </a:solidFill>
                <a:latin typeface="NanumGothic"/>
                <a:ea typeface="NanumGothic"/>
                <a:cs typeface="NanumGothic"/>
              </a:defRPr>
            </a:lvl9pPr>
          </a:lstStyle>
          <a:p xmlns:a="http://schemas.openxmlformats.org/drawingml/2006/main">
            <a:pPr algn="l">
              <a:defRPr sz="2100" b="1">
                <a:solidFill>
                  <a:srgbClr val="2762D9"/>
                </a:solidFill>
                <a:latin typeface="NanumGothic"/>
                <a:ea typeface="NanumGothic"/>
                <a:cs typeface="NanumGothic"/>
              </a:defRPr>
            </a:pPr>
            <a:r>
              <a:rPr sz="2100" b="1">
                <a:solidFill>
                  <a:srgbClr val="2762D9"/>
                </a:solidFill>
                <a:latin typeface="NanumGothic"/>
                <a:ea typeface="NanumGothic"/>
                <a:cs typeface="NanumGothic"/>
              </a:rPr>
              <a:t>01</a:t>
            </a:r>
          </a:p>
        </p:txBody>
      </p:sp>
      <p:sp>
        <p:nvSpPr>
          <p:cNvPr id="10" name="">
            <a:extLst xmlns:a="http://schemas.openxmlformats.org/drawingml/2006/main">
              <a:ext uri="{FF2B5EF4-FFF2-40B4-BE49-F238E27FC236}">
                <a16:creationId xmlns:a16="http://schemas.microsoft.com/office/drawing/2014/main" id="{79025279-117B-441E-823E-6847D1267DFC}"/>
              </a:ext>
            </a:extLst>
          </p:cNvPr>
          <p:cNvSpPr>
            <a:spLocks xmlns:a="http://schemas.openxmlformats.org/drawingml/2006/main" noGrp="1"/>
          </p:cNvSpPr>
          <p:nvPr/>
        </p:nvSpPr>
        <p:spPr>
          <a:xfrm xmlns:a="http://schemas.openxmlformats.org/drawingml/2006/main">
            <a:off x="857250" y="3943350"/>
            <a:ext cx="276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42B4E"/>
                </a:solidFill>
                <a:latin typeface="NanumGothic"/>
                <a:ea typeface="NanumGothic"/>
                <a:cs typeface="NanumGothic"/>
              </a:defRPr>
            </a:defPPr>
            <a:lvl1pPr algn="l">
              <a:defRPr sz="2100" b="1">
                <a:solidFill>
                  <a:srgbClr val="142B4E"/>
                </a:solidFill>
                <a:latin typeface="NanumGothic"/>
                <a:ea typeface="NanumGothic"/>
                <a:cs typeface="NanumGothic"/>
              </a:defRPr>
            </a:lvl1pPr>
            <a:lvl2pPr algn="l">
              <a:defRPr sz="2100" b="1">
                <a:solidFill>
                  <a:srgbClr val="142B4E"/>
                </a:solidFill>
                <a:latin typeface="NanumGothic"/>
                <a:ea typeface="NanumGothic"/>
                <a:cs typeface="NanumGothic"/>
              </a:defRPr>
            </a:lvl2pPr>
            <a:lvl3pPr algn="l">
              <a:defRPr sz="2100" b="1">
                <a:solidFill>
                  <a:srgbClr val="142B4E"/>
                </a:solidFill>
                <a:latin typeface="NanumGothic"/>
                <a:ea typeface="NanumGothic"/>
                <a:cs typeface="NanumGothic"/>
              </a:defRPr>
            </a:lvl3pPr>
            <a:lvl4pPr algn="l">
              <a:defRPr sz="2100" b="1">
                <a:solidFill>
                  <a:srgbClr val="142B4E"/>
                </a:solidFill>
                <a:latin typeface="NanumGothic"/>
                <a:ea typeface="NanumGothic"/>
                <a:cs typeface="NanumGothic"/>
              </a:defRPr>
            </a:lvl4pPr>
            <a:lvl5pPr algn="l">
              <a:defRPr sz="2100" b="1">
                <a:solidFill>
                  <a:srgbClr val="142B4E"/>
                </a:solidFill>
                <a:latin typeface="NanumGothic"/>
                <a:ea typeface="NanumGothic"/>
                <a:cs typeface="NanumGothic"/>
              </a:defRPr>
            </a:lvl5pPr>
            <a:lvl6pPr algn="l">
              <a:defRPr sz="2100" b="1">
                <a:solidFill>
                  <a:srgbClr val="142B4E"/>
                </a:solidFill>
                <a:latin typeface="NanumGothic"/>
                <a:ea typeface="NanumGothic"/>
                <a:cs typeface="NanumGothic"/>
              </a:defRPr>
            </a:lvl6pPr>
            <a:lvl7pPr algn="l">
              <a:defRPr sz="2100" b="1">
                <a:solidFill>
                  <a:srgbClr val="142B4E"/>
                </a:solidFill>
                <a:latin typeface="NanumGothic"/>
                <a:ea typeface="NanumGothic"/>
                <a:cs typeface="NanumGothic"/>
              </a:defRPr>
            </a:lvl7pPr>
            <a:lvl8pPr algn="l">
              <a:defRPr sz="2100" b="1">
                <a:solidFill>
                  <a:srgbClr val="142B4E"/>
                </a:solidFill>
                <a:latin typeface="NanumGothic"/>
                <a:ea typeface="NanumGothic"/>
                <a:cs typeface="NanumGothic"/>
              </a:defRPr>
            </a:lvl8pPr>
            <a:lvl9pPr algn="l">
              <a:defRPr sz="2100" b="1">
                <a:solidFill>
                  <a:srgbClr val="142B4E"/>
                </a:solidFill>
                <a:latin typeface="NanumGothic"/>
                <a:ea typeface="NanumGothic"/>
                <a:cs typeface="NanumGothic"/>
              </a:defRPr>
            </a:lvl9pPr>
          </a:lstStyle>
          <a:p xmlns:a="http://schemas.openxmlformats.org/drawingml/2006/main">
            <a:pPr algn="l">
              <a:defRPr sz="2100" b="1">
                <a:solidFill>
                  <a:srgbClr val="142B4E"/>
                </a:solidFill>
                <a:latin typeface="NanumGothic"/>
                <a:ea typeface="NanumGothic"/>
                <a:cs typeface="NanumGothic"/>
              </a:defRPr>
            </a:pPr>
            <a:r>
              <a:rPr sz="2100" b="1">
                <a:solidFill>
                  <a:srgbClr val="142B4E"/>
                </a:solidFill>
                <a:latin typeface="NanumGothic"/>
                <a:ea typeface="NanumGothic"/>
                <a:cs typeface="NanumGothic"/>
              </a:rPr>
              <a:t>이미지 등록</a:t>
            </a:r>
          </a:p>
        </p:txBody>
      </p:sp>
      <p:sp>
        <p:nvSpPr>
          <p:cNvPr id="11" name="">
            <a:extLst xmlns:a="http://schemas.openxmlformats.org/drawingml/2006/main">
              <a:ext uri="{FF2B5EF4-FFF2-40B4-BE49-F238E27FC236}">
                <a16:creationId xmlns:a16="http://schemas.microsoft.com/office/drawing/2014/main" id="{657C552A-9483-4582-8F98-9A0EA3AD70A9}"/>
              </a:ext>
            </a:extLst>
          </p:cNvPr>
          <p:cNvSpPr>
            <a:spLocks xmlns:a="http://schemas.openxmlformats.org/drawingml/2006/main" noGrp="1"/>
          </p:cNvSpPr>
          <p:nvPr/>
        </p:nvSpPr>
        <p:spPr>
          <a:xfrm xmlns:a="http://schemas.openxmlformats.org/drawingml/2006/main">
            <a:off x="3962400" y="3705225"/>
            <a:ext cx="428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75" b="1">
                <a:solidFill>
                  <a:srgbClr val="2762D9"/>
                </a:solidFill>
                <a:latin typeface="NanumGothic"/>
                <a:ea typeface="NanumGothic"/>
                <a:cs typeface="NanumGothic"/>
              </a:defRPr>
            </a:defPPr>
            <a:lvl1pPr algn="ctr">
              <a:defRPr sz="2775" b="1">
                <a:solidFill>
                  <a:srgbClr val="2762D9"/>
                </a:solidFill>
                <a:latin typeface="NanumGothic"/>
                <a:ea typeface="NanumGothic"/>
                <a:cs typeface="NanumGothic"/>
              </a:defRPr>
            </a:lvl1pPr>
            <a:lvl2pPr algn="ctr">
              <a:defRPr sz="2775" b="1">
                <a:solidFill>
                  <a:srgbClr val="2762D9"/>
                </a:solidFill>
                <a:latin typeface="NanumGothic"/>
                <a:ea typeface="NanumGothic"/>
                <a:cs typeface="NanumGothic"/>
              </a:defRPr>
            </a:lvl2pPr>
            <a:lvl3pPr algn="ctr">
              <a:defRPr sz="2775" b="1">
                <a:solidFill>
                  <a:srgbClr val="2762D9"/>
                </a:solidFill>
                <a:latin typeface="NanumGothic"/>
                <a:ea typeface="NanumGothic"/>
                <a:cs typeface="NanumGothic"/>
              </a:defRPr>
            </a:lvl3pPr>
            <a:lvl4pPr algn="ctr">
              <a:defRPr sz="2775" b="1">
                <a:solidFill>
                  <a:srgbClr val="2762D9"/>
                </a:solidFill>
                <a:latin typeface="NanumGothic"/>
                <a:ea typeface="NanumGothic"/>
                <a:cs typeface="NanumGothic"/>
              </a:defRPr>
            </a:lvl4pPr>
            <a:lvl5pPr algn="ctr">
              <a:defRPr sz="2775" b="1">
                <a:solidFill>
                  <a:srgbClr val="2762D9"/>
                </a:solidFill>
                <a:latin typeface="NanumGothic"/>
                <a:ea typeface="NanumGothic"/>
                <a:cs typeface="NanumGothic"/>
              </a:defRPr>
            </a:lvl5pPr>
            <a:lvl6pPr algn="ctr">
              <a:defRPr sz="2775" b="1">
                <a:solidFill>
                  <a:srgbClr val="2762D9"/>
                </a:solidFill>
                <a:latin typeface="NanumGothic"/>
                <a:ea typeface="NanumGothic"/>
                <a:cs typeface="NanumGothic"/>
              </a:defRPr>
            </a:lvl6pPr>
            <a:lvl7pPr algn="ctr">
              <a:defRPr sz="2775" b="1">
                <a:solidFill>
                  <a:srgbClr val="2762D9"/>
                </a:solidFill>
                <a:latin typeface="NanumGothic"/>
                <a:ea typeface="NanumGothic"/>
                <a:cs typeface="NanumGothic"/>
              </a:defRPr>
            </a:lvl7pPr>
            <a:lvl8pPr algn="ctr">
              <a:defRPr sz="2775" b="1">
                <a:solidFill>
                  <a:srgbClr val="2762D9"/>
                </a:solidFill>
                <a:latin typeface="NanumGothic"/>
                <a:ea typeface="NanumGothic"/>
                <a:cs typeface="NanumGothic"/>
              </a:defRPr>
            </a:lvl8pPr>
            <a:lvl9pPr algn="ctr">
              <a:defRPr sz="2775" b="1">
                <a:solidFill>
                  <a:srgbClr val="2762D9"/>
                </a:solidFill>
                <a:latin typeface="NanumGothic"/>
                <a:ea typeface="NanumGothic"/>
                <a:cs typeface="NanumGothic"/>
              </a:defRPr>
            </a:lvl9pPr>
          </a:lstStyle>
          <a:p xmlns:a="http://schemas.openxmlformats.org/drawingml/2006/main">
            <a:pPr algn="ctr">
              <a:defRPr sz="2775" b="1">
                <a:solidFill>
                  <a:srgbClr val="2762D9"/>
                </a:solidFill>
                <a:latin typeface="NanumGothic"/>
                <a:ea typeface="NanumGothic"/>
                <a:cs typeface="NanumGothic"/>
              </a:defRPr>
            </a:pPr>
            <a:r>
              <a:rPr sz="2775" b="1">
                <a:solidFill>
                  <a:srgbClr val="2762D9"/>
                </a:solidFill>
                <a:latin typeface="NanumGothic"/>
                <a:ea typeface="NanumGothic"/>
                <a:cs typeface="NanumGothic"/>
              </a:rPr>
              <a:t>→</a:t>
            </a:r>
          </a:p>
        </p:txBody>
      </p:sp>
      <p:sp>
        <p:nvSpPr>
          <p:cNvPr id="12" name="">
            <a:extLst xmlns:a="http://schemas.openxmlformats.org/drawingml/2006/main">
              <a:ext uri="{FF2B5EF4-FFF2-40B4-BE49-F238E27FC236}">
                <a16:creationId xmlns:a16="http://schemas.microsoft.com/office/drawing/2014/main" id="{C21692BD-EF84-4CB2-9381-6BC717FE70A9}"/>
              </a:ext>
            </a:extLst>
          </p:cNvPr>
          <p:cNvSpPr>
            <a:spLocks xmlns:a="http://schemas.openxmlformats.org/drawingml/2006/main" noGrp="1"/>
          </p:cNvSpPr>
          <p:nvPr/>
        </p:nvSpPr>
        <p:spPr>
          <a:xfrm xmlns:a="http://schemas.openxmlformats.org/drawingml/2006/main">
            <a:off x="4400550" y="3238500"/>
            <a:ext cx="33147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383">
            <a:solidFill>
              <a:srgbClr val="CBD7EA"/>
            </a:solidFill>
            <a:prstDash val="solid"/>
          </a:ln>
        </p:spPr>
      </p:sp>
      <p:sp>
        <p:nvSpPr>
          <p:cNvPr id="13" name="">
            <a:extLst xmlns:a="http://schemas.openxmlformats.org/drawingml/2006/main">
              <a:ext uri="{FF2B5EF4-FFF2-40B4-BE49-F238E27FC236}">
                <a16:creationId xmlns:a16="http://schemas.microsoft.com/office/drawing/2014/main" id="{64CD94D7-CFA9-4432-B4E5-FF5DF9D7B581}"/>
              </a:ext>
            </a:extLst>
          </p:cNvPr>
          <p:cNvSpPr>
            <a:spLocks xmlns:a="http://schemas.openxmlformats.org/drawingml/2006/main" noGrp="1"/>
          </p:cNvSpPr>
          <p:nvPr/>
        </p:nvSpPr>
        <p:spPr>
          <a:xfrm xmlns:a="http://schemas.openxmlformats.org/drawingml/2006/main">
            <a:off x="4629150" y="34290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762D9"/>
                </a:solidFill>
                <a:latin typeface="NanumGothic"/>
                <a:ea typeface="NanumGothic"/>
                <a:cs typeface="NanumGothic"/>
              </a:defRPr>
            </a:defPPr>
            <a:lvl1pPr algn="l">
              <a:defRPr sz="2100" b="1">
                <a:solidFill>
                  <a:srgbClr val="2762D9"/>
                </a:solidFill>
                <a:latin typeface="NanumGothic"/>
                <a:ea typeface="NanumGothic"/>
                <a:cs typeface="NanumGothic"/>
              </a:defRPr>
            </a:lvl1pPr>
            <a:lvl2pPr algn="l">
              <a:defRPr sz="2100" b="1">
                <a:solidFill>
                  <a:srgbClr val="2762D9"/>
                </a:solidFill>
                <a:latin typeface="NanumGothic"/>
                <a:ea typeface="NanumGothic"/>
                <a:cs typeface="NanumGothic"/>
              </a:defRPr>
            </a:lvl2pPr>
            <a:lvl3pPr algn="l">
              <a:defRPr sz="2100" b="1">
                <a:solidFill>
                  <a:srgbClr val="2762D9"/>
                </a:solidFill>
                <a:latin typeface="NanumGothic"/>
                <a:ea typeface="NanumGothic"/>
                <a:cs typeface="NanumGothic"/>
              </a:defRPr>
            </a:lvl3pPr>
            <a:lvl4pPr algn="l">
              <a:defRPr sz="2100" b="1">
                <a:solidFill>
                  <a:srgbClr val="2762D9"/>
                </a:solidFill>
                <a:latin typeface="NanumGothic"/>
                <a:ea typeface="NanumGothic"/>
                <a:cs typeface="NanumGothic"/>
              </a:defRPr>
            </a:lvl4pPr>
            <a:lvl5pPr algn="l">
              <a:defRPr sz="2100" b="1">
                <a:solidFill>
                  <a:srgbClr val="2762D9"/>
                </a:solidFill>
                <a:latin typeface="NanumGothic"/>
                <a:ea typeface="NanumGothic"/>
                <a:cs typeface="NanumGothic"/>
              </a:defRPr>
            </a:lvl5pPr>
            <a:lvl6pPr algn="l">
              <a:defRPr sz="2100" b="1">
                <a:solidFill>
                  <a:srgbClr val="2762D9"/>
                </a:solidFill>
                <a:latin typeface="NanumGothic"/>
                <a:ea typeface="NanumGothic"/>
                <a:cs typeface="NanumGothic"/>
              </a:defRPr>
            </a:lvl6pPr>
            <a:lvl7pPr algn="l">
              <a:defRPr sz="2100" b="1">
                <a:solidFill>
                  <a:srgbClr val="2762D9"/>
                </a:solidFill>
                <a:latin typeface="NanumGothic"/>
                <a:ea typeface="NanumGothic"/>
                <a:cs typeface="NanumGothic"/>
              </a:defRPr>
            </a:lvl7pPr>
            <a:lvl8pPr algn="l">
              <a:defRPr sz="2100" b="1">
                <a:solidFill>
                  <a:srgbClr val="2762D9"/>
                </a:solidFill>
                <a:latin typeface="NanumGothic"/>
                <a:ea typeface="NanumGothic"/>
                <a:cs typeface="NanumGothic"/>
              </a:defRPr>
            </a:lvl8pPr>
            <a:lvl9pPr algn="l">
              <a:defRPr sz="2100" b="1">
                <a:solidFill>
                  <a:srgbClr val="2762D9"/>
                </a:solidFill>
                <a:latin typeface="NanumGothic"/>
                <a:ea typeface="NanumGothic"/>
                <a:cs typeface="NanumGothic"/>
              </a:defRPr>
            </a:lvl9pPr>
          </a:lstStyle>
          <a:p xmlns:a="http://schemas.openxmlformats.org/drawingml/2006/main">
            <a:pPr algn="l">
              <a:defRPr sz="2100" b="1">
                <a:solidFill>
                  <a:srgbClr val="2762D9"/>
                </a:solidFill>
                <a:latin typeface="NanumGothic"/>
                <a:ea typeface="NanumGothic"/>
                <a:cs typeface="NanumGothic"/>
              </a:defRPr>
            </a:pPr>
            <a:r>
              <a:rPr sz="2100" b="1">
                <a:solidFill>
                  <a:srgbClr val="2762D9"/>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90DC1177-6140-4960-9BAA-E554412D4AF7}"/>
              </a:ext>
            </a:extLst>
          </p:cNvPr>
          <p:cNvSpPr>
            <a:spLocks xmlns:a="http://schemas.openxmlformats.org/drawingml/2006/main" noGrp="1"/>
          </p:cNvSpPr>
          <p:nvPr/>
        </p:nvSpPr>
        <p:spPr>
          <a:xfrm xmlns:a="http://schemas.openxmlformats.org/drawingml/2006/main">
            <a:off x="4629150" y="3943350"/>
            <a:ext cx="276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42B4E"/>
                </a:solidFill>
                <a:latin typeface="NanumGothic"/>
                <a:ea typeface="NanumGothic"/>
                <a:cs typeface="NanumGothic"/>
              </a:defRPr>
            </a:defPPr>
            <a:lvl1pPr algn="l">
              <a:defRPr sz="2100" b="1">
                <a:solidFill>
                  <a:srgbClr val="142B4E"/>
                </a:solidFill>
                <a:latin typeface="NanumGothic"/>
                <a:ea typeface="NanumGothic"/>
                <a:cs typeface="NanumGothic"/>
              </a:defRPr>
            </a:lvl1pPr>
            <a:lvl2pPr algn="l">
              <a:defRPr sz="2100" b="1">
                <a:solidFill>
                  <a:srgbClr val="142B4E"/>
                </a:solidFill>
                <a:latin typeface="NanumGothic"/>
                <a:ea typeface="NanumGothic"/>
                <a:cs typeface="NanumGothic"/>
              </a:defRPr>
            </a:lvl2pPr>
            <a:lvl3pPr algn="l">
              <a:defRPr sz="2100" b="1">
                <a:solidFill>
                  <a:srgbClr val="142B4E"/>
                </a:solidFill>
                <a:latin typeface="NanumGothic"/>
                <a:ea typeface="NanumGothic"/>
                <a:cs typeface="NanumGothic"/>
              </a:defRPr>
            </a:lvl3pPr>
            <a:lvl4pPr algn="l">
              <a:defRPr sz="2100" b="1">
                <a:solidFill>
                  <a:srgbClr val="142B4E"/>
                </a:solidFill>
                <a:latin typeface="NanumGothic"/>
                <a:ea typeface="NanumGothic"/>
                <a:cs typeface="NanumGothic"/>
              </a:defRPr>
            </a:lvl4pPr>
            <a:lvl5pPr algn="l">
              <a:defRPr sz="2100" b="1">
                <a:solidFill>
                  <a:srgbClr val="142B4E"/>
                </a:solidFill>
                <a:latin typeface="NanumGothic"/>
                <a:ea typeface="NanumGothic"/>
                <a:cs typeface="NanumGothic"/>
              </a:defRPr>
            </a:lvl5pPr>
            <a:lvl6pPr algn="l">
              <a:defRPr sz="2100" b="1">
                <a:solidFill>
                  <a:srgbClr val="142B4E"/>
                </a:solidFill>
                <a:latin typeface="NanumGothic"/>
                <a:ea typeface="NanumGothic"/>
                <a:cs typeface="NanumGothic"/>
              </a:defRPr>
            </a:lvl6pPr>
            <a:lvl7pPr algn="l">
              <a:defRPr sz="2100" b="1">
                <a:solidFill>
                  <a:srgbClr val="142B4E"/>
                </a:solidFill>
                <a:latin typeface="NanumGothic"/>
                <a:ea typeface="NanumGothic"/>
                <a:cs typeface="NanumGothic"/>
              </a:defRPr>
            </a:lvl7pPr>
            <a:lvl8pPr algn="l">
              <a:defRPr sz="2100" b="1">
                <a:solidFill>
                  <a:srgbClr val="142B4E"/>
                </a:solidFill>
                <a:latin typeface="NanumGothic"/>
                <a:ea typeface="NanumGothic"/>
                <a:cs typeface="NanumGothic"/>
              </a:defRPr>
            </a:lvl8pPr>
            <a:lvl9pPr algn="l">
              <a:defRPr sz="2100" b="1">
                <a:solidFill>
                  <a:srgbClr val="142B4E"/>
                </a:solidFill>
                <a:latin typeface="NanumGothic"/>
                <a:ea typeface="NanumGothic"/>
                <a:cs typeface="NanumGothic"/>
              </a:defRPr>
            </a:lvl9pPr>
          </a:lstStyle>
          <a:p xmlns:a="http://schemas.openxmlformats.org/drawingml/2006/main">
            <a:pPr algn="l">
              <a:defRPr sz="2100" b="1">
                <a:solidFill>
                  <a:srgbClr val="142B4E"/>
                </a:solidFill>
                <a:latin typeface="NanumGothic"/>
                <a:ea typeface="NanumGothic"/>
                <a:cs typeface="NanumGothic"/>
              </a:defRPr>
            </a:pPr>
            <a:r>
              <a:rPr sz="2100" b="1">
                <a:solidFill>
                  <a:srgbClr val="142B4E"/>
                </a:solidFill>
                <a:latin typeface="NanumGothic"/>
                <a:ea typeface="NanumGothic"/>
                <a:cs typeface="NanumGothic"/>
              </a:rPr>
              <a:t>정보 구조화</a:t>
            </a:r>
          </a:p>
        </p:txBody>
      </p:sp>
      <p:sp>
        <p:nvSpPr>
          <p:cNvPr id="15" name="">
            <a:extLst xmlns:a="http://schemas.openxmlformats.org/drawingml/2006/main">
              <a:ext uri="{FF2B5EF4-FFF2-40B4-BE49-F238E27FC236}">
                <a16:creationId xmlns:a16="http://schemas.microsoft.com/office/drawing/2014/main" id="{86B8CEF2-6557-4B4B-B3A0-BDA9A0352101}"/>
              </a:ext>
            </a:extLst>
          </p:cNvPr>
          <p:cNvSpPr>
            <a:spLocks xmlns:a="http://schemas.openxmlformats.org/drawingml/2006/main" noGrp="1"/>
          </p:cNvSpPr>
          <p:nvPr/>
        </p:nvSpPr>
        <p:spPr>
          <a:xfrm xmlns:a="http://schemas.openxmlformats.org/drawingml/2006/main">
            <a:off x="7734300" y="3705225"/>
            <a:ext cx="428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75" b="1">
                <a:solidFill>
                  <a:srgbClr val="2762D9"/>
                </a:solidFill>
                <a:latin typeface="NanumGothic"/>
                <a:ea typeface="NanumGothic"/>
                <a:cs typeface="NanumGothic"/>
              </a:defRPr>
            </a:defPPr>
            <a:lvl1pPr algn="ctr">
              <a:defRPr sz="2775" b="1">
                <a:solidFill>
                  <a:srgbClr val="2762D9"/>
                </a:solidFill>
                <a:latin typeface="NanumGothic"/>
                <a:ea typeface="NanumGothic"/>
                <a:cs typeface="NanumGothic"/>
              </a:defRPr>
            </a:lvl1pPr>
            <a:lvl2pPr algn="ctr">
              <a:defRPr sz="2775" b="1">
                <a:solidFill>
                  <a:srgbClr val="2762D9"/>
                </a:solidFill>
                <a:latin typeface="NanumGothic"/>
                <a:ea typeface="NanumGothic"/>
                <a:cs typeface="NanumGothic"/>
              </a:defRPr>
            </a:lvl2pPr>
            <a:lvl3pPr algn="ctr">
              <a:defRPr sz="2775" b="1">
                <a:solidFill>
                  <a:srgbClr val="2762D9"/>
                </a:solidFill>
                <a:latin typeface="NanumGothic"/>
                <a:ea typeface="NanumGothic"/>
                <a:cs typeface="NanumGothic"/>
              </a:defRPr>
            </a:lvl3pPr>
            <a:lvl4pPr algn="ctr">
              <a:defRPr sz="2775" b="1">
                <a:solidFill>
                  <a:srgbClr val="2762D9"/>
                </a:solidFill>
                <a:latin typeface="NanumGothic"/>
                <a:ea typeface="NanumGothic"/>
                <a:cs typeface="NanumGothic"/>
              </a:defRPr>
            </a:lvl4pPr>
            <a:lvl5pPr algn="ctr">
              <a:defRPr sz="2775" b="1">
                <a:solidFill>
                  <a:srgbClr val="2762D9"/>
                </a:solidFill>
                <a:latin typeface="NanumGothic"/>
                <a:ea typeface="NanumGothic"/>
                <a:cs typeface="NanumGothic"/>
              </a:defRPr>
            </a:lvl5pPr>
            <a:lvl6pPr algn="ctr">
              <a:defRPr sz="2775" b="1">
                <a:solidFill>
                  <a:srgbClr val="2762D9"/>
                </a:solidFill>
                <a:latin typeface="NanumGothic"/>
                <a:ea typeface="NanumGothic"/>
                <a:cs typeface="NanumGothic"/>
              </a:defRPr>
            </a:lvl6pPr>
            <a:lvl7pPr algn="ctr">
              <a:defRPr sz="2775" b="1">
                <a:solidFill>
                  <a:srgbClr val="2762D9"/>
                </a:solidFill>
                <a:latin typeface="NanumGothic"/>
                <a:ea typeface="NanumGothic"/>
                <a:cs typeface="NanumGothic"/>
              </a:defRPr>
            </a:lvl7pPr>
            <a:lvl8pPr algn="ctr">
              <a:defRPr sz="2775" b="1">
                <a:solidFill>
                  <a:srgbClr val="2762D9"/>
                </a:solidFill>
                <a:latin typeface="NanumGothic"/>
                <a:ea typeface="NanumGothic"/>
                <a:cs typeface="NanumGothic"/>
              </a:defRPr>
            </a:lvl8pPr>
            <a:lvl9pPr algn="ctr">
              <a:defRPr sz="2775" b="1">
                <a:solidFill>
                  <a:srgbClr val="2762D9"/>
                </a:solidFill>
                <a:latin typeface="NanumGothic"/>
                <a:ea typeface="NanumGothic"/>
                <a:cs typeface="NanumGothic"/>
              </a:defRPr>
            </a:lvl9pPr>
          </a:lstStyle>
          <a:p xmlns:a="http://schemas.openxmlformats.org/drawingml/2006/main">
            <a:pPr algn="ctr">
              <a:defRPr sz="2775" b="1">
                <a:solidFill>
                  <a:srgbClr val="2762D9"/>
                </a:solidFill>
                <a:latin typeface="NanumGothic"/>
                <a:ea typeface="NanumGothic"/>
                <a:cs typeface="NanumGothic"/>
              </a:defRPr>
            </a:pPr>
            <a:r>
              <a:rPr sz="2775" b="1">
                <a:solidFill>
                  <a:srgbClr val="2762D9"/>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069B6F0F-6357-4409-9619-C298DAFE49F8}"/>
              </a:ext>
            </a:extLst>
          </p:cNvPr>
          <p:cNvSpPr>
            <a:spLocks xmlns:a="http://schemas.openxmlformats.org/drawingml/2006/main" noGrp="1"/>
          </p:cNvSpPr>
          <p:nvPr/>
        </p:nvSpPr>
        <p:spPr>
          <a:xfrm xmlns:a="http://schemas.openxmlformats.org/drawingml/2006/main">
            <a:off x="8172450" y="3238500"/>
            <a:ext cx="33147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383">
            <a:solidFill>
              <a:srgbClr val="CBD7EA"/>
            </a:solidFill>
            <a:prstDash val="solid"/>
          </a:ln>
        </p:spPr>
      </p:sp>
      <p:sp>
        <p:nvSpPr>
          <p:cNvPr id="17" name="">
            <a:extLst xmlns:a="http://schemas.openxmlformats.org/drawingml/2006/main">
              <a:ext uri="{FF2B5EF4-FFF2-40B4-BE49-F238E27FC236}">
                <a16:creationId xmlns:a16="http://schemas.microsoft.com/office/drawing/2014/main" id="{B2E984A6-A133-4B1F-A6AF-2DB6809DD49A}"/>
              </a:ext>
            </a:extLst>
          </p:cNvPr>
          <p:cNvSpPr>
            <a:spLocks xmlns:a="http://schemas.openxmlformats.org/drawingml/2006/main" noGrp="1"/>
          </p:cNvSpPr>
          <p:nvPr/>
        </p:nvSpPr>
        <p:spPr>
          <a:xfrm xmlns:a="http://schemas.openxmlformats.org/drawingml/2006/main">
            <a:off x="8401050" y="34290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762D9"/>
                </a:solidFill>
                <a:latin typeface="NanumGothic"/>
                <a:ea typeface="NanumGothic"/>
                <a:cs typeface="NanumGothic"/>
              </a:defRPr>
            </a:defPPr>
            <a:lvl1pPr algn="l">
              <a:defRPr sz="2100" b="1">
                <a:solidFill>
                  <a:srgbClr val="2762D9"/>
                </a:solidFill>
                <a:latin typeface="NanumGothic"/>
                <a:ea typeface="NanumGothic"/>
                <a:cs typeface="NanumGothic"/>
              </a:defRPr>
            </a:lvl1pPr>
            <a:lvl2pPr algn="l">
              <a:defRPr sz="2100" b="1">
                <a:solidFill>
                  <a:srgbClr val="2762D9"/>
                </a:solidFill>
                <a:latin typeface="NanumGothic"/>
                <a:ea typeface="NanumGothic"/>
                <a:cs typeface="NanumGothic"/>
              </a:defRPr>
            </a:lvl2pPr>
            <a:lvl3pPr algn="l">
              <a:defRPr sz="2100" b="1">
                <a:solidFill>
                  <a:srgbClr val="2762D9"/>
                </a:solidFill>
                <a:latin typeface="NanumGothic"/>
                <a:ea typeface="NanumGothic"/>
                <a:cs typeface="NanumGothic"/>
              </a:defRPr>
            </a:lvl3pPr>
            <a:lvl4pPr algn="l">
              <a:defRPr sz="2100" b="1">
                <a:solidFill>
                  <a:srgbClr val="2762D9"/>
                </a:solidFill>
                <a:latin typeface="NanumGothic"/>
                <a:ea typeface="NanumGothic"/>
                <a:cs typeface="NanumGothic"/>
              </a:defRPr>
            </a:lvl4pPr>
            <a:lvl5pPr algn="l">
              <a:defRPr sz="2100" b="1">
                <a:solidFill>
                  <a:srgbClr val="2762D9"/>
                </a:solidFill>
                <a:latin typeface="NanumGothic"/>
                <a:ea typeface="NanumGothic"/>
                <a:cs typeface="NanumGothic"/>
              </a:defRPr>
            </a:lvl5pPr>
            <a:lvl6pPr algn="l">
              <a:defRPr sz="2100" b="1">
                <a:solidFill>
                  <a:srgbClr val="2762D9"/>
                </a:solidFill>
                <a:latin typeface="NanumGothic"/>
                <a:ea typeface="NanumGothic"/>
                <a:cs typeface="NanumGothic"/>
              </a:defRPr>
            </a:lvl6pPr>
            <a:lvl7pPr algn="l">
              <a:defRPr sz="2100" b="1">
                <a:solidFill>
                  <a:srgbClr val="2762D9"/>
                </a:solidFill>
                <a:latin typeface="NanumGothic"/>
                <a:ea typeface="NanumGothic"/>
                <a:cs typeface="NanumGothic"/>
              </a:defRPr>
            </a:lvl7pPr>
            <a:lvl8pPr algn="l">
              <a:defRPr sz="2100" b="1">
                <a:solidFill>
                  <a:srgbClr val="2762D9"/>
                </a:solidFill>
                <a:latin typeface="NanumGothic"/>
                <a:ea typeface="NanumGothic"/>
                <a:cs typeface="NanumGothic"/>
              </a:defRPr>
            </a:lvl8pPr>
            <a:lvl9pPr algn="l">
              <a:defRPr sz="2100" b="1">
                <a:solidFill>
                  <a:srgbClr val="2762D9"/>
                </a:solidFill>
                <a:latin typeface="NanumGothic"/>
                <a:ea typeface="NanumGothic"/>
                <a:cs typeface="NanumGothic"/>
              </a:defRPr>
            </a:lvl9pPr>
          </a:lstStyle>
          <a:p xmlns:a="http://schemas.openxmlformats.org/drawingml/2006/main">
            <a:pPr algn="l">
              <a:defRPr sz="2100" b="1">
                <a:solidFill>
                  <a:srgbClr val="2762D9"/>
                </a:solidFill>
                <a:latin typeface="NanumGothic"/>
                <a:ea typeface="NanumGothic"/>
                <a:cs typeface="NanumGothic"/>
              </a:defRPr>
            </a:pPr>
            <a:r>
              <a:rPr sz="2100" b="1">
                <a:solidFill>
                  <a:srgbClr val="2762D9"/>
                </a:solidFill>
                <a:latin typeface="NanumGothic"/>
                <a:ea typeface="NanumGothic"/>
                <a:cs typeface="NanumGothic"/>
              </a:rPr>
              <a:t>03</a:t>
            </a:r>
          </a:p>
        </p:txBody>
      </p:sp>
      <p:sp>
        <p:nvSpPr>
          <p:cNvPr id="18" name="">
            <a:extLst xmlns:a="http://schemas.openxmlformats.org/drawingml/2006/main">
              <a:ext uri="{FF2B5EF4-FFF2-40B4-BE49-F238E27FC236}">
                <a16:creationId xmlns:a16="http://schemas.microsoft.com/office/drawing/2014/main" id="{75B379CD-C0A2-430A-B4A2-0DE85D22770A}"/>
              </a:ext>
            </a:extLst>
          </p:cNvPr>
          <p:cNvSpPr>
            <a:spLocks xmlns:a="http://schemas.openxmlformats.org/drawingml/2006/main" noGrp="1"/>
          </p:cNvSpPr>
          <p:nvPr/>
        </p:nvSpPr>
        <p:spPr>
          <a:xfrm xmlns:a="http://schemas.openxmlformats.org/drawingml/2006/main">
            <a:off x="8401050" y="3943350"/>
            <a:ext cx="276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42B4E"/>
                </a:solidFill>
                <a:latin typeface="NanumGothic"/>
                <a:ea typeface="NanumGothic"/>
                <a:cs typeface="NanumGothic"/>
              </a:defRPr>
            </a:defPPr>
            <a:lvl1pPr algn="l">
              <a:defRPr sz="2100" b="1">
                <a:solidFill>
                  <a:srgbClr val="142B4E"/>
                </a:solidFill>
                <a:latin typeface="NanumGothic"/>
                <a:ea typeface="NanumGothic"/>
                <a:cs typeface="NanumGothic"/>
              </a:defRPr>
            </a:lvl1pPr>
            <a:lvl2pPr algn="l">
              <a:defRPr sz="2100" b="1">
                <a:solidFill>
                  <a:srgbClr val="142B4E"/>
                </a:solidFill>
                <a:latin typeface="NanumGothic"/>
                <a:ea typeface="NanumGothic"/>
                <a:cs typeface="NanumGothic"/>
              </a:defRPr>
            </a:lvl2pPr>
            <a:lvl3pPr algn="l">
              <a:defRPr sz="2100" b="1">
                <a:solidFill>
                  <a:srgbClr val="142B4E"/>
                </a:solidFill>
                <a:latin typeface="NanumGothic"/>
                <a:ea typeface="NanumGothic"/>
                <a:cs typeface="NanumGothic"/>
              </a:defRPr>
            </a:lvl3pPr>
            <a:lvl4pPr algn="l">
              <a:defRPr sz="2100" b="1">
                <a:solidFill>
                  <a:srgbClr val="142B4E"/>
                </a:solidFill>
                <a:latin typeface="NanumGothic"/>
                <a:ea typeface="NanumGothic"/>
                <a:cs typeface="NanumGothic"/>
              </a:defRPr>
            </a:lvl4pPr>
            <a:lvl5pPr algn="l">
              <a:defRPr sz="2100" b="1">
                <a:solidFill>
                  <a:srgbClr val="142B4E"/>
                </a:solidFill>
                <a:latin typeface="NanumGothic"/>
                <a:ea typeface="NanumGothic"/>
                <a:cs typeface="NanumGothic"/>
              </a:defRPr>
            </a:lvl5pPr>
            <a:lvl6pPr algn="l">
              <a:defRPr sz="2100" b="1">
                <a:solidFill>
                  <a:srgbClr val="142B4E"/>
                </a:solidFill>
                <a:latin typeface="NanumGothic"/>
                <a:ea typeface="NanumGothic"/>
                <a:cs typeface="NanumGothic"/>
              </a:defRPr>
            </a:lvl6pPr>
            <a:lvl7pPr algn="l">
              <a:defRPr sz="2100" b="1">
                <a:solidFill>
                  <a:srgbClr val="142B4E"/>
                </a:solidFill>
                <a:latin typeface="NanumGothic"/>
                <a:ea typeface="NanumGothic"/>
                <a:cs typeface="NanumGothic"/>
              </a:defRPr>
            </a:lvl7pPr>
            <a:lvl8pPr algn="l">
              <a:defRPr sz="2100" b="1">
                <a:solidFill>
                  <a:srgbClr val="142B4E"/>
                </a:solidFill>
                <a:latin typeface="NanumGothic"/>
                <a:ea typeface="NanumGothic"/>
                <a:cs typeface="NanumGothic"/>
              </a:defRPr>
            </a:lvl8pPr>
            <a:lvl9pPr algn="l">
              <a:defRPr sz="2100" b="1">
                <a:solidFill>
                  <a:srgbClr val="142B4E"/>
                </a:solidFill>
                <a:latin typeface="NanumGothic"/>
                <a:ea typeface="NanumGothic"/>
                <a:cs typeface="NanumGothic"/>
              </a:defRPr>
            </a:lvl9pPr>
          </a:lstStyle>
          <a:p xmlns:a="http://schemas.openxmlformats.org/drawingml/2006/main">
            <a:pPr algn="l">
              <a:defRPr sz="2100" b="1">
                <a:solidFill>
                  <a:srgbClr val="142B4E"/>
                </a:solidFill>
                <a:latin typeface="NanumGothic"/>
                <a:ea typeface="NanumGothic"/>
                <a:cs typeface="NanumGothic"/>
              </a:defRPr>
            </a:pPr>
            <a:r>
              <a:rPr sz="2100" b="1">
                <a:solidFill>
                  <a:srgbClr val="142B4E"/>
                </a:solidFill>
                <a:latin typeface="NanumGothic"/>
                <a:ea typeface="NanumGothic"/>
                <a:cs typeface="NanumGothic"/>
              </a:rPr>
              <a:t>검색·달력</a:t>
            </a:r>
          </a:p>
        </p:txBody>
      </p:sp>
      <p:sp>
        <p:nvSpPr>
          <p:cNvPr id="19" name="">
            <a:extLst xmlns:a="http://schemas.openxmlformats.org/drawingml/2006/main">
              <a:ext uri="{FF2B5EF4-FFF2-40B4-BE49-F238E27FC236}">
                <a16:creationId xmlns:a16="http://schemas.microsoft.com/office/drawing/2014/main" id="{6790A106-1ED5-435A-9C59-F67FC67DFCAE}"/>
              </a:ext>
            </a:extLst>
          </p:cNvPr>
          <p:cNvSpPr>
            <a:spLocks xmlns:a="http://schemas.openxmlformats.org/drawingml/2006/main" noGrp="1"/>
          </p:cNvSpPr>
          <p:nvPr/>
        </p:nvSpPr>
        <p:spPr>
          <a:xfrm xmlns:a="http://schemas.openxmlformats.org/drawingml/2006/main">
            <a:off x="628650" y="528637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3748D"/>
                </a:solidFill>
                <a:latin typeface="NanumGothic"/>
                <a:ea typeface="NanumGothic"/>
                <a:cs typeface="NanumGothic"/>
              </a:defRPr>
            </a:defPPr>
            <a:lvl1pPr algn="l">
              <a:defRPr sz="1500" b="0">
                <a:solidFill>
                  <a:srgbClr val="63748D"/>
                </a:solidFill>
                <a:latin typeface="NanumGothic"/>
                <a:ea typeface="NanumGothic"/>
                <a:cs typeface="NanumGothic"/>
              </a:defRPr>
            </a:lvl1pPr>
            <a:lvl2pPr algn="l">
              <a:defRPr sz="1500" b="0">
                <a:solidFill>
                  <a:srgbClr val="63748D"/>
                </a:solidFill>
                <a:latin typeface="NanumGothic"/>
                <a:ea typeface="NanumGothic"/>
                <a:cs typeface="NanumGothic"/>
              </a:defRPr>
            </a:lvl2pPr>
            <a:lvl3pPr algn="l">
              <a:defRPr sz="1500" b="0">
                <a:solidFill>
                  <a:srgbClr val="63748D"/>
                </a:solidFill>
                <a:latin typeface="NanumGothic"/>
                <a:ea typeface="NanumGothic"/>
                <a:cs typeface="NanumGothic"/>
              </a:defRPr>
            </a:lvl3pPr>
            <a:lvl4pPr algn="l">
              <a:defRPr sz="1500" b="0">
                <a:solidFill>
                  <a:srgbClr val="63748D"/>
                </a:solidFill>
                <a:latin typeface="NanumGothic"/>
                <a:ea typeface="NanumGothic"/>
                <a:cs typeface="NanumGothic"/>
              </a:defRPr>
            </a:lvl4pPr>
            <a:lvl5pPr algn="l">
              <a:defRPr sz="1500" b="0">
                <a:solidFill>
                  <a:srgbClr val="63748D"/>
                </a:solidFill>
                <a:latin typeface="NanumGothic"/>
                <a:ea typeface="NanumGothic"/>
                <a:cs typeface="NanumGothic"/>
              </a:defRPr>
            </a:lvl5pPr>
            <a:lvl6pPr algn="l">
              <a:defRPr sz="1500" b="0">
                <a:solidFill>
                  <a:srgbClr val="63748D"/>
                </a:solidFill>
                <a:latin typeface="NanumGothic"/>
                <a:ea typeface="NanumGothic"/>
                <a:cs typeface="NanumGothic"/>
              </a:defRPr>
            </a:lvl6pPr>
            <a:lvl7pPr algn="l">
              <a:defRPr sz="1500" b="0">
                <a:solidFill>
                  <a:srgbClr val="63748D"/>
                </a:solidFill>
                <a:latin typeface="NanumGothic"/>
                <a:ea typeface="NanumGothic"/>
                <a:cs typeface="NanumGothic"/>
              </a:defRPr>
            </a:lvl7pPr>
            <a:lvl8pPr algn="l">
              <a:defRPr sz="1500" b="0">
                <a:solidFill>
                  <a:srgbClr val="63748D"/>
                </a:solidFill>
                <a:latin typeface="NanumGothic"/>
                <a:ea typeface="NanumGothic"/>
                <a:cs typeface="NanumGothic"/>
              </a:defRPr>
            </a:lvl8pPr>
            <a:lvl9pPr algn="l">
              <a:defRPr sz="1500" b="0">
                <a:solidFill>
                  <a:srgbClr val="63748D"/>
                </a:solidFill>
                <a:latin typeface="NanumGothic"/>
                <a:ea typeface="NanumGothic"/>
                <a:cs typeface="NanumGothic"/>
              </a:defRPr>
            </a:lvl9pPr>
          </a:lstStyle>
          <a:p xmlns:a="http://schemas.openxmlformats.org/drawingml/2006/main">
            <a:pPr algn="l">
              <a:defRPr sz="1500" b="0">
                <a:solidFill>
                  <a:srgbClr val="63748D"/>
                </a:solidFill>
                <a:latin typeface="NanumGothic"/>
                <a:ea typeface="NanumGothic"/>
                <a:cs typeface="NanumGothic"/>
              </a:defRPr>
            </a:pPr>
            <a:r>
              <a:rPr sz="1500" b="0">
                <a:solidFill>
                  <a:srgbClr val="63748D"/>
                </a:solidFill>
                <a:latin typeface="NanumGothic"/>
                <a:ea typeface="NanumGothic"/>
                <a:cs typeface="NanumGothic"/>
              </a:rPr>
              <a:t>발표 구성  ·  문제 → 구현 → 실행 화면 → 검증 → 한계</a:t>
            </a:r>
          </a:p>
        </p:txBody>
      </p:sp>
    </p:spTree>
    <p:extLst>
      <p:ext uri="{BB962C8B-B14F-4D97-AF65-F5344CB8AC3E}">
        <p14:creationId xmlns:p14="http://schemas.microsoft.com/office/powerpoint/2010/main" val="1348080444"/>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80F66F2-E060-4148-89E0-C62C6692F8C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86FF10-AB76-420A-A652-BADFB346B1AE}"/>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01  문제와 핵심 기능</a:t>
            </a:r>
          </a:p>
        </p:txBody>
      </p:sp>
      <p:sp>
        <p:nvSpPr>
          <p:cNvPr id="3" name="">
            <a:extLst xmlns:a="http://schemas.openxmlformats.org/drawingml/2006/main">
              <a:ext uri="{FF2B5EF4-FFF2-40B4-BE49-F238E27FC236}">
                <a16:creationId xmlns:a16="http://schemas.microsoft.com/office/drawing/2014/main" id="{356254F8-4D1D-43CE-8218-5C8D8C6BC92B}"/>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공지에서 필요한 날짜와 내용을 다시 찾기 어렵다</a:t>
            </a:r>
          </a:p>
        </p:txBody>
      </p:sp>
      <p:sp>
        <p:nvSpPr>
          <p:cNvPr id="4" name="">
            <a:extLst xmlns:a="http://schemas.openxmlformats.org/drawingml/2006/main">
              <a:ext uri="{FF2B5EF4-FFF2-40B4-BE49-F238E27FC236}">
                <a16:creationId xmlns:a16="http://schemas.microsoft.com/office/drawing/2014/main" id="{AC18EFA6-5D9E-452F-8404-4AD3F4EBD9AD}"/>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1F3A4C-C225-4FFB-AD87-59480C0FA3AC}"/>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88D4BF50-A9CA-47AC-950B-B9FF1E8EDD59}"/>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2/6  ·  45초</a:t>
            </a:r>
          </a:p>
        </p:txBody>
      </p:sp>
      <p:sp>
        <p:nvSpPr>
          <p:cNvPr id="7" name="">
            <a:extLst xmlns:a="http://schemas.openxmlformats.org/drawingml/2006/main">
              <a:ext uri="{FF2B5EF4-FFF2-40B4-BE49-F238E27FC236}">
                <a16:creationId xmlns:a16="http://schemas.microsoft.com/office/drawing/2014/main" id="{A98CB5FB-822C-4032-971D-1DA71B815578}"/>
              </a:ext>
            </a:extLst>
          </p:cNvPr>
          <p:cNvSpPr>
            <a:spLocks xmlns:a="http://schemas.openxmlformats.org/drawingml/2006/main" noGrp="1"/>
          </p:cNvSpPr>
          <p:nvPr/>
        </p:nvSpPr>
        <p:spPr>
          <a:xfrm xmlns:a="http://schemas.openxmlformats.org/drawingml/2006/main">
            <a:off x="609600" y="1581150"/>
            <a:ext cx="5095875" cy="3971925"/>
          </a:xfrm>
          <a:prstGeom xmlns:a="http://schemas.openxmlformats.org/drawingml/2006/main" prst="roundRect">
            <a:avLst>
              <a:gd name="adj" fmla="val 4796"/>
            </a:avLst>
          </a:prstGeom>
          <a:solidFill xmlns:a="http://schemas.openxmlformats.org/drawingml/2006/main">
            <a:srgbClr val="FFFFFF"/>
          </a:solidFill>
          <a:ln xmlns:a="http://schemas.openxmlformats.org/drawingml/2006/main" w="12383">
            <a:solidFill>
              <a:srgbClr val="CBD7EA"/>
            </a:solidFill>
            <a:prstDash val="solid"/>
          </a:ln>
        </p:spPr>
      </p:sp>
      <p:sp>
        <p:nvSpPr>
          <p:cNvPr id="8" name="">
            <a:extLst xmlns:a="http://schemas.openxmlformats.org/drawingml/2006/main">
              <a:ext uri="{FF2B5EF4-FFF2-40B4-BE49-F238E27FC236}">
                <a16:creationId xmlns:a16="http://schemas.microsoft.com/office/drawing/2014/main" id="{4F8D26DF-F0AD-4CF3-B646-EF0B3E3DE4AB}"/>
              </a:ext>
            </a:extLst>
          </p:cNvPr>
          <p:cNvSpPr>
            <a:spLocks xmlns:a="http://schemas.openxmlformats.org/drawingml/2006/main" noGrp="1"/>
          </p:cNvSpPr>
          <p:nvPr/>
        </p:nvSpPr>
        <p:spPr>
          <a:xfrm xmlns:a="http://schemas.openxmlformats.org/drawingml/2006/main">
            <a:off x="5991225" y="1581150"/>
            <a:ext cx="5591175" cy="3971925"/>
          </a:xfrm>
          <a:prstGeom xmlns:a="http://schemas.openxmlformats.org/drawingml/2006/main" prst="roundRect">
            <a:avLst>
              <a:gd name="adj" fmla="val 4796"/>
            </a:avLst>
          </a:prstGeom>
          <a:solidFill xmlns:a="http://schemas.openxmlformats.org/drawingml/2006/main">
            <a:srgbClr val="EAF1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C44253-3FA9-4DD7-8769-980859150B0B}"/>
              </a:ext>
            </a:extLst>
          </p:cNvPr>
          <p:cNvSpPr>
            <a:spLocks xmlns:a="http://schemas.openxmlformats.org/drawingml/2006/main" noGrp="1"/>
          </p:cNvSpPr>
          <p:nvPr/>
        </p:nvSpPr>
        <p:spPr>
          <a:xfrm xmlns:a="http://schemas.openxmlformats.org/drawingml/2006/main">
            <a:off x="876300" y="18764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42B4E"/>
                </a:solidFill>
                <a:latin typeface="NanumGothic"/>
                <a:ea typeface="NanumGothic"/>
                <a:cs typeface="NanumGothic"/>
              </a:defRPr>
            </a:defPPr>
            <a:lvl1pPr algn="l">
              <a:defRPr sz="2025" b="1">
                <a:solidFill>
                  <a:srgbClr val="142B4E"/>
                </a:solidFill>
                <a:latin typeface="NanumGothic"/>
                <a:ea typeface="NanumGothic"/>
                <a:cs typeface="NanumGothic"/>
              </a:defRPr>
            </a:lvl1pPr>
            <a:lvl2pPr algn="l">
              <a:defRPr sz="2025" b="1">
                <a:solidFill>
                  <a:srgbClr val="142B4E"/>
                </a:solidFill>
                <a:latin typeface="NanumGothic"/>
                <a:ea typeface="NanumGothic"/>
                <a:cs typeface="NanumGothic"/>
              </a:defRPr>
            </a:lvl2pPr>
            <a:lvl3pPr algn="l">
              <a:defRPr sz="2025" b="1">
                <a:solidFill>
                  <a:srgbClr val="142B4E"/>
                </a:solidFill>
                <a:latin typeface="NanumGothic"/>
                <a:ea typeface="NanumGothic"/>
                <a:cs typeface="NanumGothic"/>
              </a:defRPr>
            </a:lvl3pPr>
            <a:lvl4pPr algn="l">
              <a:defRPr sz="2025" b="1">
                <a:solidFill>
                  <a:srgbClr val="142B4E"/>
                </a:solidFill>
                <a:latin typeface="NanumGothic"/>
                <a:ea typeface="NanumGothic"/>
                <a:cs typeface="NanumGothic"/>
              </a:defRPr>
            </a:lvl4pPr>
            <a:lvl5pPr algn="l">
              <a:defRPr sz="2025" b="1">
                <a:solidFill>
                  <a:srgbClr val="142B4E"/>
                </a:solidFill>
                <a:latin typeface="NanumGothic"/>
                <a:ea typeface="NanumGothic"/>
                <a:cs typeface="NanumGothic"/>
              </a:defRPr>
            </a:lvl5pPr>
            <a:lvl6pPr algn="l">
              <a:defRPr sz="2025" b="1">
                <a:solidFill>
                  <a:srgbClr val="142B4E"/>
                </a:solidFill>
                <a:latin typeface="NanumGothic"/>
                <a:ea typeface="NanumGothic"/>
                <a:cs typeface="NanumGothic"/>
              </a:defRPr>
            </a:lvl6pPr>
            <a:lvl7pPr algn="l">
              <a:defRPr sz="2025" b="1">
                <a:solidFill>
                  <a:srgbClr val="142B4E"/>
                </a:solidFill>
                <a:latin typeface="NanumGothic"/>
                <a:ea typeface="NanumGothic"/>
                <a:cs typeface="NanumGothic"/>
              </a:defRPr>
            </a:lvl7pPr>
            <a:lvl8pPr algn="l">
              <a:defRPr sz="2025" b="1">
                <a:solidFill>
                  <a:srgbClr val="142B4E"/>
                </a:solidFill>
                <a:latin typeface="NanumGothic"/>
                <a:ea typeface="NanumGothic"/>
                <a:cs typeface="NanumGothic"/>
              </a:defRPr>
            </a:lvl8pPr>
            <a:lvl9pPr algn="l">
              <a:defRPr sz="2025" b="1">
                <a:solidFill>
                  <a:srgbClr val="142B4E"/>
                </a:solidFill>
                <a:latin typeface="NanumGothic"/>
                <a:ea typeface="NanumGothic"/>
                <a:cs typeface="NanumGothic"/>
              </a:defRPr>
            </a:lvl9pPr>
          </a:lstStyle>
          <a:p xmlns:a="http://schemas.openxmlformats.org/drawingml/2006/main">
            <a:pPr algn="l">
              <a:defRPr sz="2025" b="1">
                <a:solidFill>
                  <a:srgbClr val="142B4E"/>
                </a:solidFill>
                <a:latin typeface="NanumGothic"/>
                <a:ea typeface="NanumGothic"/>
                <a:cs typeface="NanumGothic"/>
              </a:defRPr>
            </a:pPr>
            <a:r>
              <a:rPr sz="2025" b="1">
                <a:solidFill>
                  <a:srgbClr val="142B4E"/>
                </a:solidFill>
                <a:latin typeface="NanumGothic"/>
                <a:ea typeface="NanumGothic"/>
                <a:cs typeface="NanumGothic"/>
              </a:rPr>
              <a:t>기존 작업</a:t>
            </a:r>
          </a:p>
        </p:txBody>
      </p:sp>
      <p:sp>
        <p:nvSpPr>
          <p:cNvPr id="10" name="">
            <a:extLst xmlns:a="http://schemas.openxmlformats.org/drawingml/2006/main">
              <a:ext uri="{FF2B5EF4-FFF2-40B4-BE49-F238E27FC236}">
                <a16:creationId xmlns:a16="http://schemas.microsoft.com/office/drawing/2014/main" id="{5F79CEC5-B7F0-4300-8737-759160C30F8A}"/>
              </a:ext>
            </a:extLst>
          </p:cNvPr>
          <p:cNvSpPr>
            <a:spLocks xmlns:a="http://schemas.openxmlformats.org/drawingml/2006/main" noGrp="1"/>
          </p:cNvSpPr>
          <p:nvPr/>
        </p:nvSpPr>
        <p:spPr>
          <a:xfrm xmlns:a="http://schemas.openxmlformats.org/drawingml/2006/main">
            <a:off x="876300" y="2590800"/>
            <a:ext cx="76200" cy="76200"/>
          </a:xfrm>
          <a:prstGeom xmlns:a="http://schemas.openxmlformats.org/drawingml/2006/main" prst="roundRect">
            <a:avLst>
              <a:gd name="adj" fmla="val 50000"/>
            </a:avLst>
          </a:prstGeom>
          <a:solidFill xmlns:a="http://schemas.openxmlformats.org/drawingml/2006/main">
            <a:srgbClr val="9B5A1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C31A73-7FB9-4ABC-97E8-D95B3FA1A84D}"/>
              </a:ext>
            </a:extLst>
          </p:cNvPr>
          <p:cNvSpPr>
            <a:spLocks xmlns:a="http://schemas.openxmlformats.org/drawingml/2006/main" noGrp="1"/>
          </p:cNvSpPr>
          <p:nvPr/>
        </p:nvSpPr>
        <p:spPr>
          <a:xfrm xmlns:a="http://schemas.openxmlformats.org/drawingml/2006/main">
            <a:off x="1066800" y="252412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D2C45"/>
                </a:solidFill>
                <a:latin typeface="NanumGothic"/>
                <a:ea typeface="NanumGothic"/>
                <a:cs typeface="NanumGothic"/>
              </a:defRPr>
            </a:defPPr>
            <a:lvl1pPr algn="l">
              <a:defRPr sz="1650" b="1">
                <a:solidFill>
                  <a:srgbClr val="1D2C45"/>
                </a:solidFill>
                <a:latin typeface="NanumGothic"/>
                <a:ea typeface="NanumGothic"/>
                <a:cs typeface="NanumGothic"/>
              </a:defRPr>
            </a:lvl1pPr>
            <a:lvl2pPr algn="l">
              <a:defRPr sz="1650" b="1">
                <a:solidFill>
                  <a:srgbClr val="1D2C45"/>
                </a:solidFill>
                <a:latin typeface="NanumGothic"/>
                <a:ea typeface="NanumGothic"/>
                <a:cs typeface="NanumGothic"/>
              </a:defRPr>
            </a:lvl2pPr>
            <a:lvl3pPr algn="l">
              <a:defRPr sz="1650" b="1">
                <a:solidFill>
                  <a:srgbClr val="1D2C45"/>
                </a:solidFill>
                <a:latin typeface="NanumGothic"/>
                <a:ea typeface="NanumGothic"/>
                <a:cs typeface="NanumGothic"/>
              </a:defRPr>
            </a:lvl3pPr>
            <a:lvl4pPr algn="l">
              <a:defRPr sz="1650" b="1">
                <a:solidFill>
                  <a:srgbClr val="1D2C45"/>
                </a:solidFill>
                <a:latin typeface="NanumGothic"/>
                <a:ea typeface="NanumGothic"/>
                <a:cs typeface="NanumGothic"/>
              </a:defRPr>
            </a:lvl4pPr>
            <a:lvl5pPr algn="l">
              <a:defRPr sz="1650" b="1">
                <a:solidFill>
                  <a:srgbClr val="1D2C45"/>
                </a:solidFill>
                <a:latin typeface="NanumGothic"/>
                <a:ea typeface="NanumGothic"/>
                <a:cs typeface="NanumGothic"/>
              </a:defRPr>
            </a:lvl5pPr>
            <a:lvl6pPr algn="l">
              <a:defRPr sz="1650" b="1">
                <a:solidFill>
                  <a:srgbClr val="1D2C45"/>
                </a:solidFill>
                <a:latin typeface="NanumGothic"/>
                <a:ea typeface="NanumGothic"/>
                <a:cs typeface="NanumGothic"/>
              </a:defRPr>
            </a:lvl6pPr>
            <a:lvl7pPr algn="l">
              <a:defRPr sz="1650" b="1">
                <a:solidFill>
                  <a:srgbClr val="1D2C45"/>
                </a:solidFill>
                <a:latin typeface="NanumGothic"/>
                <a:ea typeface="NanumGothic"/>
                <a:cs typeface="NanumGothic"/>
              </a:defRPr>
            </a:lvl7pPr>
            <a:lvl8pPr algn="l">
              <a:defRPr sz="1650" b="1">
                <a:solidFill>
                  <a:srgbClr val="1D2C45"/>
                </a:solidFill>
                <a:latin typeface="NanumGothic"/>
                <a:ea typeface="NanumGothic"/>
                <a:cs typeface="NanumGothic"/>
              </a:defRPr>
            </a:lvl8pPr>
            <a:lvl9pPr algn="l">
              <a:defRPr sz="1650" b="1">
                <a:solidFill>
                  <a:srgbClr val="1D2C45"/>
                </a:solidFill>
                <a:latin typeface="NanumGothic"/>
                <a:ea typeface="NanumGothic"/>
                <a:cs typeface="NanumGothic"/>
              </a:defRPr>
            </a:lvl9pPr>
          </a:lstStyle>
          <a:p xmlns:a="http://schemas.openxmlformats.org/drawingml/2006/main">
            <a:pPr algn="l">
              <a:defRPr sz="1650" b="1">
                <a:solidFill>
                  <a:srgbClr val="1D2C45"/>
                </a:solidFill>
                <a:latin typeface="NanumGothic"/>
                <a:ea typeface="NanumGothic"/>
                <a:cs typeface="NanumGothic"/>
              </a:defRPr>
            </a:pPr>
            <a:r>
              <a:rPr sz="1650" b="1">
                <a:solidFill>
                  <a:srgbClr val="1D2C45"/>
                </a:solidFill>
                <a:latin typeface="NanumGothic"/>
                <a:ea typeface="NanumGothic"/>
                <a:cs typeface="NanumGothic"/>
              </a:rPr>
              <a:t>공고 이미지마다 다시 열기</a:t>
            </a:r>
          </a:p>
        </p:txBody>
      </p:sp>
      <p:sp>
        <p:nvSpPr>
          <p:cNvPr id="12" name="">
            <a:extLst xmlns:a="http://schemas.openxmlformats.org/drawingml/2006/main">
              <a:ext uri="{FF2B5EF4-FFF2-40B4-BE49-F238E27FC236}">
                <a16:creationId xmlns:a16="http://schemas.microsoft.com/office/drawing/2014/main" id="{C74F6F45-334E-416F-8635-6562862FFA47}"/>
              </a:ext>
            </a:extLst>
          </p:cNvPr>
          <p:cNvSpPr>
            <a:spLocks xmlns:a="http://schemas.openxmlformats.org/drawingml/2006/main" noGrp="1"/>
          </p:cNvSpPr>
          <p:nvPr/>
        </p:nvSpPr>
        <p:spPr>
          <a:xfrm xmlns:a="http://schemas.openxmlformats.org/drawingml/2006/main">
            <a:off x="1066800" y="28670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문구를 직접 읽고 날짜를 옮김</a:t>
            </a:r>
          </a:p>
        </p:txBody>
      </p:sp>
      <p:sp>
        <p:nvSpPr>
          <p:cNvPr id="13" name="">
            <a:extLst xmlns:a="http://schemas.openxmlformats.org/drawingml/2006/main">
              <a:ext uri="{FF2B5EF4-FFF2-40B4-BE49-F238E27FC236}">
                <a16:creationId xmlns:a16="http://schemas.microsoft.com/office/drawing/2014/main" id="{79706F2D-8A1D-4551-827C-55BD22CA84A8}"/>
              </a:ext>
            </a:extLst>
          </p:cNvPr>
          <p:cNvSpPr>
            <a:spLocks xmlns:a="http://schemas.openxmlformats.org/drawingml/2006/main" noGrp="1"/>
          </p:cNvSpPr>
          <p:nvPr/>
        </p:nvSpPr>
        <p:spPr>
          <a:xfrm xmlns:a="http://schemas.openxmlformats.org/drawingml/2006/main">
            <a:off x="876300" y="3524250"/>
            <a:ext cx="76200" cy="76200"/>
          </a:xfrm>
          <a:prstGeom xmlns:a="http://schemas.openxmlformats.org/drawingml/2006/main" prst="roundRect">
            <a:avLst>
              <a:gd name="adj" fmla="val 50000"/>
            </a:avLst>
          </a:prstGeom>
          <a:solidFill xmlns:a="http://schemas.openxmlformats.org/drawingml/2006/main">
            <a:srgbClr val="9B5A1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C2CCF9-26C8-459C-96BF-7AB12AE55EF8}"/>
              </a:ext>
            </a:extLst>
          </p:cNvPr>
          <p:cNvSpPr>
            <a:spLocks xmlns:a="http://schemas.openxmlformats.org/drawingml/2006/main" noGrp="1"/>
          </p:cNvSpPr>
          <p:nvPr/>
        </p:nvSpPr>
        <p:spPr>
          <a:xfrm xmlns:a="http://schemas.openxmlformats.org/drawingml/2006/main">
            <a:off x="1066800" y="345757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D2C45"/>
                </a:solidFill>
                <a:latin typeface="NanumGothic"/>
                <a:ea typeface="NanumGothic"/>
                <a:cs typeface="NanumGothic"/>
              </a:defRPr>
            </a:defPPr>
            <a:lvl1pPr algn="l">
              <a:defRPr sz="1650" b="1">
                <a:solidFill>
                  <a:srgbClr val="1D2C45"/>
                </a:solidFill>
                <a:latin typeface="NanumGothic"/>
                <a:ea typeface="NanumGothic"/>
                <a:cs typeface="NanumGothic"/>
              </a:defRPr>
            </a:lvl1pPr>
            <a:lvl2pPr algn="l">
              <a:defRPr sz="1650" b="1">
                <a:solidFill>
                  <a:srgbClr val="1D2C45"/>
                </a:solidFill>
                <a:latin typeface="NanumGothic"/>
                <a:ea typeface="NanumGothic"/>
                <a:cs typeface="NanumGothic"/>
              </a:defRPr>
            </a:lvl2pPr>
            <a:lvl3pPr algn="l">
              <a:defRPr sz="1650" b="1">
                <a:solidFill>
                  <a:srgbClr val="1D2C45"/>
                </a:solidFill>
                <a:latin typeface="NanumGothic"/>
                <a:ea typeface="NanumGothic"/>
                <a:cs typeface="NanumGothic"/>
              </a:defRPr>
            </a:lvl3pPr>
            <a:lvl4pPr algn="l">
              <a:defRPr sz="1650" b="1">
                <a:solidFill>
                  <a:srgbClr val="1D2C45"/>
                </a:solidFill>
                <a:latin typeface="NanumGothic"/>
                <a:ea typeface="NanumGothic"/>
                <a:cs typeface="NanumGothic"/>
              </a:defRPr>
            </a:lvl4pPr>
            <a:lvl5pPr algn="l">
              <a:defRPr sz="1650" b="1">
                <a:solidFill>
                  <a:srgbClr val="1D2C45"/>
                </a:solidFill>
                <a:latin typeface="NanumGothic"/>
                <a:ea typeface="NanumGothic"/>
                <a:cs typeface="NanumGothic"/>
              </a:defRPr>
            </a:lvl5pPr>
            <a:lvl6pPr algn="l">
              <a:defRPr sz="1650" b="1">
                <a:solidFill>
                  <a:srgbClr val="1D2C45"/>
                </a:solidFill>
                <a:latin typeface="NanumGothic"/>
                <a:ea typeface="NanumGothic"/>
                <a:cs typeface="NanumGothic"/>
              </a:defRPr>
            </a:lvl6pPr>
            <a:lvl7pPr algn="l">
              <a:defRPr sz="1650" b="1">
                <a:solidFill>
                  <a:srgbClr val="1D2C45"/>
                </a:solidFill>
                <a:latin typeface="NanumGothic"/>
                <a:ea typeface="NanumGothic"/>
                <a:cs typeface="NanumGothic"/>
              </a:defRPr>
            </a:lvl7pPr>
            <a:lvl8pPr algn="l">
              <a:defRPr sz="1650" b="1">
                <a:solidFill>
                  <a:srgbClr val="1D2C45"/>
                </a:solidFill>
                <a:latin typeface="NanumGothic"/>
                <a:ea typeface="NanumGothic"/>
                <a:cs typeface="NanumGothic"/>
              </a:defRPr>
            </a:lvl8pPr>
            <a:lvl9pPr algn="l">
              <a:defRPr sz="1650" b="1">
                <a:solidFill>
                  <a:srgbClr val="1D2C45"/>
                </a:solidFill>
                <a:latin typeface="NanumGothic"/>
                <a:ea typeface="NanumGothic"/>
                <a:cs typeface="NanumGothic"/>
              </a:defRPr>
            </a:lvl9pPr>
          </a:lstStyle>
          <a:p xmlns:a="http://schemas.openxmlformats.org/drawingml/2006/main">
            <a:pPr algn="l">
              <a:defRPr sz="1650" b="1">
                <a:solidFill>
                  <a:srgbClr val="1D2C45"/>
                </a:solidFill>
                <a:latin typeface="NanumGothic"/>
                <a:ea typeface="NanumGothic"/>
                <a:cs typeface="NanumGothic"/>
              </a:defRPr>
            </a:pPr>
            <a:r>
              <a:rPr sz="1650" b="1">
                <a:solidFill>
                  <a:srgbClr val="1D2C45"/>
                </a:solidFill>
                <a:latin typeface="NanumGothic"/>
                <a:ea typeface="NanumGothic"/>
                <a:cs typeface="NanumGothic"/>
              </a:rPr>
              <a:t>신청·제출·행사 일정 혼동</a:t>
            </a:r>
          </a:p>
        </p:txBody>
      </p:sp>
      <p:sp>
        <p:nvSpPr>
          <p:cNvPr id="15" name="">
            <a:extLst xmlns:a="http://schemas.openxmlformats.org/drawingml/2006/main">
              <a:ext uri="{FF2B5EF4-FFF2-40B4-BE49-F238E27FC236}">
                <a16:creationId xmlns:a16="http://schemas.microsoft.com/office/drawing/2014/main" id="{CC4FE30A-8ECA-40CF-8F24-F044E477B1E6}"/>
              </a:ext>
            </a:extLst>
          </p:cNvPr>
          <p:cNvSpPr>
            <a:spLocks xmlns:a="http://schemas.openxmlformats.org/drawingml/2006/main" noGrp="1"/>
          </p:cNvSpPr>
          <p:nvPr/>
        </p:nvSpPr>
        <p:spPr>
          <a:xfrm xmlns:a="http://schemas.openxmlformats.org/drawingml/2006/main">
            <a:off x="1066800" y="38004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마감과 실제 행사일을 구분하기 어려움</a:t>
            </a:r>
          </a:p>
        </p:txBody>
      </p:sp>
      <p:sp>
        <p:nvSpPr>
          <p:cNvPr id="16" name="">
            <a:extLst xmlns:a="http://schemas.openxmlformats.org/drawingml/2006/main">
              <a:ext uri="{FF2B5EF4-FFF2-40B4-BE49-F238E27FC236}">
                <a16:creationId xmlns:a16="http://schemas.microsoft.com/office/drawing/2014/main" id="{5FB32E0A-4AF2-4CB2-9233-F3FD3D94B5B6}"/>
              </a:ext>
            </a:extLst>
          </p:cNvPr>
          <p:cNvSpPr>
            <a:spLocks xmlns:a="http://schemas.openxmlformats.org/drawingml/2006/main" noGrp="1"/>
          </p:cNvSpPr>
          <p:nvPr/>
        </p:nvSpPr>
        <p:spPr>
          <a:xfrm xmlns:a="http://schemas.openxmlformats.org/drawingml/2006/main">
            <a:off x="876300" y="4457700"/>
            <a:ext cx="76200" cy="76200"/>
          </a:xfrm>
          <a:prstGeom xmlns:a="http://schemas.openxmlformats.org/drawingml/2006/main" prst="roundRect">
            <a:avLst>
              <a:gd name="adj" fmla="val 50000"/>
            </a:avLst>
          </a:prstGeom>
          <a:solidFill xmlns:a="http://schemas.openxmlformats.org/drawingml/2006/main">
            <a:srgbClr val="9B5A1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AF4B0A3-6E7E-4FED-A685-CD0D25D8F055}"/>
              </a:ext>
            </a:extLst>
          </p:cNvPr>
          <p:cNvSpPr>
            <a:spLocks xmlns:a="http://schemas.openxmlformats.org/drawingml/2006/main" noGrp="1"/>
          </p:cNvSpPr>
          <p:nvPr/>
        </p:nvSpPr>
        <p:spPr>
          <a:xfrm xmlns:a="http://schemas.openxmlformats.org/drawingml/2006/main">
            <a:off x="1066800" y="439102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D2C45"/>
                </a:solidFill>
                <a:latin typeface="NanumGothic"/>
                <a:ea typeface="NanumGothic"/>
                <a:cs typeface="NanumGothic"/>
              </a:defRPr>
            </a:defPPr>
            <a:lvl1pPr algn="l">
              <a:defRPr sz="1650" b="1">
                <a:solidFill>
                  <a:srgbClr val="1D2C45"/>
                </a:solidFill>
                <a:latin typeface="NanumGothic"/>
                <a:ea typeface="NanumGothic"/>
                <a:cs typeface="NanumGothic"/>
              </a:defRPr>
            </a:lvl1pPr>
            <a:lvl2pPr algn="l">
              <a:defRPr sz="1650" b="1">
                <a:solidFill>
                  <a:srgbClr val="1D2C45"/>
                </a:solidFill>
                <a:latin typeface="NanumGothic"/>
                <a:ea typeface="NanumGothic"/>
                <a:cs typeface="NanumGothic"/>
              </a:defRPr>
            </a:lvl2pPr>
            <a:lvl3pPr algn="l">
              <a:defRPr sz="1650" b="1">
                <a:solidFill>
                  <a:srgbClr val="1D2C45"/>
                </a:solidFill>
                <a:latin typeface="NanumGothic"/>
                <a:ea typeface="NanumGothic"/>
                <a:cs typeface="NanumGothic"/>
              </a:defRPr>
            </a:lvl3pPr>
            <a:lvl4pPr algn="l">
              <a:defRPr sz="1650" b="1">
                <a:solidFill>
                  <a:srgbClr val="1D2C45"/>
                </a:solidFill>
                <a:latin typeface="NanumGothic"/>
                <a:ea typeface="NanumGothic"/>
                <a:cs typeface="NanumGothic"/>
              </a:defRPr>
            </a:lvl4pPr>
            <a:lvl5pPr algn="l">
              <a:defRPr sz="1650" b="1">
                <a:solidFill>
                  <a:srgbClr val="1D2C45"/>
                </a:solidFill>
                <a:latin typeface="NanumGothic"/>
                <a:ea typeface="NanumGothic"/>
                <a:cs typeface="NanumGothic"/>
              </a:defRPr>
            </a:lvl5pPr>
            <a:lvl6pPr algn="l">
              <a:defRPr sz="1650" b="1">
                <a:solidFill>
                  <a:srgbClr val="1D2C45"/>
                </a:solidFill>
                <a:latin typeface="NanumGothic"/>
                <a:ea typeface="NanumGothic"/>
                <a:cs typeface="NanumGothic"/>
              </a:defRPr>
            </a:lvl6pPr>
            <a:lvl7pPr algn="l">
              <a:defRPr sz="1650" b="1">
                <a:solidFill>
                  <a:srgbClr val="1D2C45"/>
                </a:solidFill>
                <a:latin typeface="NanumGothic"/>
                <a:ea typeface="NanumGothic"/>
                <a:cs typeface="NanumGothic"/>
              </a:defRPr>
            </a:lvl7pPr>
            <a:lvl8pPr algn="l">
              <a:defRPr sz="1650" b="1">
                <a:solidFill>
                  <a:srgbClr val="1D2C45"/>
                </a:solidFill>
                <a:latin typeface="NanumGothic"/>
                <a:ea typeface="NanumGothic"/>
                <a:cs typeface="NanumGothic"/>
              </a:defRPr>
            </a:lvl8pPr>
            <a:lvl9pPr algn="l">
              <a:defRPr sz="1650" b="1">
                <a:solidFill>
                  <a:srgbClr val="1D2C45"/>
                </a:solidFill>
                <a:latin typeface="NanumGothic"/>
                <a:ea typeface="NanumGothic"/>
                <a:cs typeface="NanumGothic"/>
              </a:defRPr>
            </a:lvl9pPr>
          </a:lstStyle>
          <a:p xmlns:a="http://schemas.openxmlformats.org/drawingml/2006/main">
            <a:pPr algn="l">
              <a:defRPr sz="1650" b="1">
                <a:solidFill>
                  <a:srgbClr val="1D2C45"/>
                </a:solidFill>
                <a:latin typeface="NanumGothic"/>
                <a:ea typeface="NanumGothic"/>
                <a:cs typeface="NanumGothic"/>
              </a:defRPr>
            </a:pPr>
            <a:r>
              <a:rPr sz="1650" b="1">
                <a:solidFill>
                  <a:srgbClr val="1D2C45"/>
                </a:solidFill>
                <a:latin typeface="NanumGothic"/>
                <a:ea typeface="NanumGothic"/>
                <a:cs typeface="NanumGothic"/>
              </a:rPr>
              <a:t>내용 확인에 시간 소요</a:t>
            </a:r>
          </a:p>
        </p:txBody>
      </p:sp>
      <p:sp>
        <p:nvSpPr>
          <p:cNvPr id="18" name="">
            <a:extLst xmlns:a="http://schemas.openxmlformats.org/drawingml/2006/main">
              <a:ext uri="{FF2B5EF4-FFF2-40B4-BE49-F238E27FC236}">
                <a16:creationId xmlns:a16="http://schemas.microsoft.com/office/drawing/2014/main" id="{6A734F98-C5D3-4D37-8638-3E60D9BD0CA7}"/>
              </a:ext>
            </a:extLst>
          </p:cNvPr>
          <p:cNvSpPr>
            <a:spLocks xmlns:a="http://schemas.openxmlformats.org/drawingml/2006/main" noGrp="1"/>
          </p:cNvSpPr>
          <p:nvPr/>
        </p:nvSpPr>
        <p:spPr>
          <a:xfrm xmlns:a="http://schemas.openxmlformats.org/drawingml/2006/main">
            <a:off x="1066800" y="47339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관련 공고를 하나씩 재검색</a:t>
            </a:r>
          </a:p>
        </p:txBody>
      </p:sp>
      <p:sp>
        <p:nvSpPr>
          <p:cNvPr id="19" name="">
            <a:extLst xmlns:a="http://schemas.openxmlformats.org/drawingml/2006/main">
              <a:ext uri="{FF2B5EF4-FFF2-40B4-BE49-F238E27FC236}">
                <a16:creationId xmlns:a16="http://schemas.microsoft.com/office/drawing/2014/main" id="{B2CD574B-324C-4034-9476-4011EE1C9113}"/>
              </a:ext>
            </a:extLst>
          </p:cNvPr>
          <p:cNvSpPr>
            <a:spLocks xmlns:a="http://schemas.openxmlformats.org/drawingml/2006/main" noGrp="1"/>
          </p:cNvSpPr>
          <p:nvPr/>
        </p:nvSpPr>
        <p:spPr>
          <a:xfrm xmlns:a="http://schemas.openxmlformats.org/drawingml/2006/main">
            <a:off x="6286500" y="18764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762D9"/>
                </a:solidFill>
                <a:latin typeface="NanumGothic"/>
                <a:ea typeface="NanumGothic"/>
                <a:cs typeface="NanumGothic"/>
              </a:defRPr>
            </a:defPPr>
            <a:lvl1pPr algn="l">
              <a:defRPr sz="2025" b="1">
                <a:solidFill>
                  <a:srgbClr val="2762D9"/>
                </a:solidFill>
                <a:latin typeface="NanumGothic"/>
                <a:ea typeface="NanumGothic"/>
                <a:cs typeface="NanumGothic"/>
              </a:defRPr>
            </a:lvl1pPr>
            <a:lvl2pPr algn="l">
              <a:defRPr sz="2025" b="1">
                <a:solidFill>
                  <a:srgbClr val="2762D9"/>
                </a:solidFill>
                <a:latin typeface="NanumGothic"/>
                <a:ea typeface="NanumGothic"/>
                <a:cs typeface="NanumGothic"/>
              </a:defRPr>
            </a:lvl2pPr>
            <a:lvl3pPr algn="l">
              <a:defRPr sz="2025" b="1">
                <a:solidFill>
                  <a:srgbClr val="2762D9"/>
                </a:solidFill>
                <a:latin typeface="NanumGothic"/>
                <a:ea typeface="NanumGothic"/>
                <a:cs typeface="NanumGothic"/>
              </a:defRPr>
            </a:lvl3pPr>
            <a:lvl4pPr algn="l">
              <a:defRPr sz="2025" b="1">
                <a:solidFill>
                  <a:srgbClr val="2762D9"/>
                </a:solidFill>
                <a:latin typeface="NanumGothic"/>
                <a:ea typeface="NanumGothic"/>
                <a:cs typeface="NanumGothic"/>
              </a:defRPr>
            </a:lvl4pPr>
            <a:lvl5pPr algn="l">
              <a:defRPr sz="2025" b="1">
                <a:solidFill>
                  <a:srgbClr val="2762D9"/>
                </a:solidFill>
                <a:latin typeface="NanumGothic"/>
                <a:ea typeface="NanumGothic"/>
                <a:cs typeface="NanumGothic"/>
              </a:defRPr>
            </a:lvl5pPr>
            <a:lvl6pPr algn="l">
              <a:defRPr sz="2025" b="1">
                <a:solidFill>
                  <a:srgbClr val="2762D9"/>
                </a:solidFill>
                <a:latin typeface="NanumGothic"/>
                <a:ea typeface="NanumGothic"/>
                <a:cs typeface="NanumGothic"/>
              </a:defRPr>
            </a:lvl6pPr>
            <a:lvl7pPr algn="l">
              <a:defRPr sz="2025" b="1">
                <a:solidFill>
                  <a:srgbClr val="2762D9"/>
                </a:solidFill>
                <a:latin typeface="NanumGothic"/>
                <a:ea typeface="NanumGothic"/>
                <a:cs typeface="NanumGothic"/>
              </a:defRPr>
            </a:lvl7pPr>
            <a:lvl8pPr algn="l">
              <a:defRPr sz="2025" b="1">
                <a:solidFill>
                  <a:srgbClr val="2762D9"/>
                </a:solidFill>
                <a:latin typeface="NanumGothic"/>
                <a:ea typeface="NanumGothic"/>
                <a:cs typeface="NanumGothic"/>
              </a:defRPr>
            </a:lvl8pPr>
            <a:lvl9pPr algn="l">
              <a:defRPr sz="2025" b="1">
                <a:solidFill>
                  <a:srgbClr val="2762D9"/>
                </a:solidFill>
                <a:latin typeface="NanumGothic"/>
                <a:ea typeface="NanumGothic"/>
                <a:cs typeface="NanumGothic"/>
              </a:defRPr>
            </a:lvl9pPr>
          </a:lstStyle>
          <a:p xmlns:a="http://schemas.openxmlformats.org/drawingml/2006/main">
            <a:pPr algn="l">
              <a:defRPr sz="2025" b="1">
                <a:solidFill>
                  <a:srgbClr val="2762D9"/>
                </a:solidFill>
                <a:latin typeface="NanumGothic"/>
                <a:ea typeface="NanumGothic"/>
                <a:cs typeface="NanumGothic"/>
              </a:defRPr>
            </a:pPr>
            <a:r>
              <a:rPr sz="2025" b="1">
                <a:solidFill>
                  <a:srgbClr val="2762D9"/>
                </a:solidFill>
                <a:latin typeface="NanumGothic"/>
                <a:ea typeface="NanumGothic"/>
                <a:cs typeface="NanumGothic"/>
              </a:rPr>
              <a:t>구현한 흐름</a:t>
            </a:r>
          </a:p>
        </p:txBody>
      </p:sp>
      <p:sp>
        <p:nvSpPr>
          <p:cNvPr id="20" name="">
            <a:extLst xmlns:a="http://schemas.openxmlformats.org/drawingml/2006/main">
              <a:ext uri="{FF2B5EF4-FFF2-40B4-BE49-F238E27FC236}">
                <a16:creationId xmlns:a16="http://schemas.microsoft.com/office/drawing/2014/main" id="{AC90671E-1A1E-4EAE-8D89-7D4106812E42}"/>
              </a:ext>
            </a:extLst>
          </p:cNvPr>
          <p:cNvSpPr>
            <a:spLocks xmlns:a="http://schemas.openxmlformats.org/drawingml/2006/main" noGrp="1"/>
          </p:cNvSpPr>
          <p:nvPr/>
        </p:nvSpPr>
        <p:spPr>
          <a:xfrm xmlns:a="http://schemas.openxmlformats.org/drawingml/2006/main">
            <a:off x="6286500" y="2524125"/>
            <a:ext cx="895350" cy="400050"/>
          </a:xfrm>
          <a:prstGeom xmlns:a="http://schemas.openxmlformats.org/drawingml/2006/main" prst="roundRect">
            <a:avLst>
              <a:gd name="adj" fmla="val 28571"/>
            </a:avLst>
          </a:prstGeom>
          <a:solidFill xmlns:a="http://schemas.openxmlformats.org/drawingml/2006/main">
            <a:srgbClr val="2762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46AA36F-C009-4A1B-B814-36EEF584BBA7}"/>
              </a:ext>
            </a:extLst>
          </p:cNvPr>
          <p:cNvSpPr>
            <a:spLocks xmlns:a="http://schemas.openxmlformats.org/drawingml/2006/main" noGrp="1"/>
          </p:cNvSpPr>
          <p:nvPr/>
        </p:nvSpPr>
        <p:spPr>
          <a:xfrm xmlns:a="http://schemas.openxmlformats.org/drawingml/2006/main">
            <a:off x="6286500" y="2533650"/>
            <a:ext cx="895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NanumGothic"/>
                <a:ea typeface="NanumGothic"/>
                <a:cs typeface="NanumGothic"/>
              </a:defRPr>
            </a:defPPr>
            <a:lvl1pPr algn="ctr">
              <a:defRPr sz="1500" b="1">
                <a:solidFill>
                  <a:srgbClr val="FFFFFF"/>
                </a:solidFill>
                <a:latin typeface="NanumGothic"/>
                <a:ea typeface="NanumGothic"/>
                <a:cs typeface="NanumGothic"/>
              </a:defRPr>
            </a:lvl1pPr>
            <a:lvl2pPr algn="ctr">
              <a:defRPr sz="1500" b="1">
                <a:solidFill>
                  <a:srgbClr val="FFFFFF"/>
                </a:solidFill>
                <a:latin typeface="NanumGothic"/>
                <a:ea typeface="NanumGothic"/>
                <a:cs typeface="NanumGothic"/>
              </a:defRPr>
            </a:lvl2pPr>
            <a:lvl3pPr algn="ctr">
              <a:defRPr sz="1500" b="1">
                <a:solidFill>
                  <a:srgbClr val="FFFFFF"/>
                </a:solidFill>
                <a:latin typeface="NanumGothic"/>
                <a:ea typeface="NanumGothic"/>
                <a:cs typeface="NanumGothic"/>
              </a:defRPr>
            </a:lvl3pPr>
            <a:lvl4pPr algn="ctr">
              <a:defRPr sz="1500" b="1">
                <a:solidFill>
                  <a:srgbClr val="FFFFFF"/>
                </a:solidFill>
                <a:latin typeface="NanumGothic"/>
                <a:ea typeface="NanumGothic"/>
                <a:cs typeface="NanumGothic"/>
              </a:defRPr>
            </a:lvl4pPr>
            <a:lvl5pPr algn="ctr">
              <a:defRPr sz="1500" b="1">
                <a:solidFill>
                  <a:srgbClr val="FFFFFF"/>
                </a:solidFill>
                <a:latin typeface="NanumGothic"/>
                <a:ea typeface="NanumGothic"/>
                <a:cs typeface="NanumGothic"/>
              </a:defRPr>
            </a:lvl5pPr>
            <a:lvl6pPr algn="ctr">
              <a:defRPr sz="1500" b="1">
                <a:solidFill>
                  <a:srgbClr val="FFFFFF"/>
                </a:solidFill>
                <a:latin typeface="NanumGothic"/>
                <a:ea typeface="NanumGothic"/>
                <a:cs typeface="NanumGothic"/>
              </a:defRPr>
            </a:lvl6pPr>
            <a:lvl7pPr algn="ctr">
              <a:defRPr sz="1500" b="1">
                <a:solidFill>
                  <a:srgbClr val="FFFFFF"/>
                </a:solidFill>
                <a:latin typeface="NanumGothic"/>
                <a:ea typeface="NanumGothic"/>
                <a:cs typeface="NanumGothic"/>
              </a:defRPr>
            </a:lvl7pPr>
            <a:lvl8pPr algn="ctr">
              <a:defRPr sz="1500" b="1">
                <a:solidFill>
                  <a:srgbClr val="FFFFFF"/>
                </a:solidFill>
                <a:latin typeface="NanumGothic"/>
                <a:ea typeface="NanumGothic"/>
                <a:cs typeface="NanumGothic"/>
              </a:defRPr>
            </a:lvl8pPr>
            <a:lvl9pPr algn="ctr">
              <a:defRPr sz="1500" b="1">
                <a:solidFill>
                  <a:srgbClr val="FFFFFF"/>
                </a:solidFill>
                <a:latin typeface="NanumGothic"/>
                <a:ea typeface="NanumGothic"/>
                <a:cs typeface="NanumGothic"/>
              </a:defRPr>
            </a:lvl9pPr>
          </a:lstStyle>
          <a:p xmlns:a="http://schemas.openxmlformats.org/drawingml/2006/main">
            <a:pPr algn="ctr">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등록</a:t>
            </a:r>
          </a:p>
        </p:txBody>
      </p:sp>
      <p:sp>
        <p:nvSpPr>
          <p:cNvPr id="22" name="">
            <a:extLst xmlns:a="http://schemas.openxmlformats.org/drawingml/2006/main">
              <a:ext uri="{FF2B5EF4-FFF2-40B4-BE49-F238E27FC236}">
                <a16:creationId xmlns:a16="http://schemas.microsoft.com/office/drawing/2014/main" id="{17637890-0F3C-4A2C-B953-620672728A7C}"/>
              </a:ext>
            </a:extLst>
          </p:cNvPr>
          <p:cNvSpPr>
            <a:spLocks xmlns:a="http://schemas.openxmlformats.org/drawingml/2006/main" noGrp="1"/>
          </p:cNvSpPr>
          <p:nvPr/>
        </p:nvSpPr>
        <p:spPr>
          <a:xfrm xmlns:a="http://schemas.openxmlformats.org/drawingml/2006/main">
            <a:off x="7391400" y="2495550"/>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D2C45"/>
                </a:solidFill>
                <a:latin typeface="NanumGothic"/>
                <a:ea typeface="NanumGothic"/>
                <a:cs typeface="NanumGothic"/>
              </a:defRPr>
            </a:defPPr>
            <a:lvl1pPr algn="l">
              <a:defRPr sz="1425" b="0">
                <a:solidFill>
                  <a:srgbClr val="1D2C45"/>
                </a:solidFill>
                <a:latin typeface="NanumGothic"/>
                <a:ea typeface="NanumGothic"/>
                <a:cs typeface="NanumGothic"/>
              </a:defRPr>
            </a:lvl1pPr>
            <a:lvl2pPr algn="l">
              <a:defRPr sz="1425" b="0">
                <a:solidFill>
                  <a:srgbClr val="1D2C45"/>
                </a:solidFill>
                <a:latin typeface="NanumGothic"/>
                <a:ea typeface="NanumGothic"/>
                <a:cs typeface="NanumGothic"/>
              </a:defRPr>
            </a:lvl2pPr>
            <a:lvl3pPr algn="l">
              <a:defRPr sz="1425" b="0">
                <a:solidFill>
                  <a:srgbClr val="1D2C45"/>
                </a:solidFill>
                <a:latin typeface="NanumGothic"/>
                <a:ea typeface="NanumGothic"/>
                <a:cs typeface="NanumGothic"/>
              </a:defRPr>
            </a:lvl3pPr>
            <a:lvl4pPr algn="l">
              <a:defRPr sz="1425" b="0">
                <a:solidFill>
                  <a:srgbClr val="1D2C45"/>
                </a:solidFill>
                <a:latin typeface="NanumGothic"/>
                <a:ea typeface="NanumGothic"/>
                <a:cs typeface="NanumGothic"/>
              </a:defRPr>
            </a:lvl4pPr>
            <a:lvl5pPr algn="l">
              <a:defRPr sz="1425" b="0">
                <a:solidFill>
                  <a:srgbClr val="1D2C45"/>
                </a:solidFill>
                <a:latin typeface="NanumGothic"/>
                <a:ea typeface="NanumGothic"/>
                <a:cs typeface="NanumGothic"/>
              </a:defRPr>
            </a:lvl5pPr>
            <a:lvl6pPr algn="l">
              <a:defRPr sz="1425" b="0">
                <a:solidFill>
                  <a:srgbClr val="1D2C45"/>
                </a:solidFill>
                <a:latin typeface="NanumGothic"/>
                <a:ea typeface="NanumGothic"/>
                <a:cs typeface="NanumGothic"/>
              </a:defRPr>
            </a:lvl6pPr>
            <a:lvl7pPr algn="l">
              <a:defRPr sz="1425" b="0">
                <a:solidFill>
                  <a:srgbClr val="1D2C45"/>
                </a:solidFill>
                <a:latin typeface="NanumGothic"/>
                <a:ea typeface="NanumGothic"/>
                <a:cs typeface="NanumGothic"/>
              </a:defRPr>
            </a:lvl7pPr>
            <a:lvl8pPr algn="l">
              <a:defRPr sz="1425" b="0">
                <a:solidFill>
                  <a:srgbClr val="1D2C45"/>
                </a:solidFill>
                <a:latin typeface="NanumGothic"/>
                <a:ea typeface="NanumGothic"/>
                <a:cs typeface="NanumGothic"/>
              </a:defRPr>
            </a:lvl8pPr>
            <a:lvl9pPr algn="l">
              <a:defRPr sz="1425" b="0">
                <a:solidFill>
                  <a:srgbClr val="1D2C45"/>
                </a:solidFill>
                <a:latin typeface="NanumGothic"/>
                <a:ea typeface="NanumGothic"/>
                <a:cs typeface="NanumGothic"/>
              </a:defRPr>
            </a:lvl9pPr>
          </a:lstStyle>
          <a:p xmlns:a="http://schemas.openxmlformats.org/drawingml/2006/main">
            <a:pPr algn="l">
              <a:defRPr sz="1425" b="0">
                <a:solidFill>
                  <a:srgbClr val="1D2C45"/>
                </a:solidFill>
                <a:latin typeface="NanumGothic"/>
                <a:ea typeface="NanumGothic"/>
                <a:cs typeface="NanumGothic"/>
              </a:defRPr>
            </a:pPr>
            <a:r>
              <a:rPr sz="1425" b="0">
                <a:solidFill>
                  <a:srgbClr val="1D2C45"/>
                </a:solidFill>
                <a:latin typeface="NanumGothic"/>
                <a:ea typeface="NanumGothic"/>
                <a:cs typeface="NanumGothic"/>
              </a:rPr>
              <a:t>OCR → 구조화 → 사용자 수정 → 저장</a:t>
            </a:r>
          </a:p>
        </p:txBody>
      </p:sp>
      <p:sp>
        <p:nvSpPr>
          <p:cNvPr id="23" name="">
            <a:extLst xmlns:a="http://schemas.openxmlformats.org/drawingml/2006/main">
              <a:ext uri="{FF2B5EF4-FFF2-40B4-BE49-F238E27FC236}">
                <a16:creationId xmlns:a16="http://schemas.microsoft.com/office/drawing/2014/main" id="{F4C8023D-C241-4665-9B44-224636B9AACB}"/>
              </a:ext>
            </a:extLst>
          </p:cNvPr>
          <p:cNvSpPr>
            <a:spLocks xmlns:a="http://schemas.openxmlformats.org/drawingml/2006/main" noGrp="1"/>
          </p:cNvSpPr>
          <p:nvPr/>
        </p:nvSpPr>
        <p:spPr>
          <a:xfrm xmlns:a="http://schemas.openxmlformats.org/drawingml/2006/main">
            <a:off x="6286500" y="3457575"/>
            <a:ext cx="895350" cy="400050"/>
          </a:xfrm>
          <a:prstGeom xmlns:a="http://schemas.openxmlformats.org/drawingml/2006/main" prst="roundRect">
            <a:avLst>
              <a:gd name="adj" fmla="val 28571"/>
            </a:avLst>
          </a:prstGeom>
          <a:solidFill xmlns:a="http://schemas.openxmlformats.org/drawingml/2006/main">
            <a:srgbClr val="2762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116C1D0-899F-4563-BD59-0EA6B27CD2E0}"/>
              </a:ext>
            </a:extLst>
          </p:cNvPr>
          <p:cNvSpPr>
            <a:spLocks xmlns:a="http://schemas.openxmlformats.org/drawingml/2006/main" noGrp="1"/>
          </p:cNvSpPr>
          <p:nvPr/>
        </p:nvSpPr>
        <p:spPr>
          <a:xfrm xmlns:a="http://schemas.openxmlformats.org/drawingml/2006/main">
            <a:off x="6286500" y="3467100"/>
            <a:ext cx="895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NanumGothic"/>
                <a:ea typeface="NanumGothic"/>
                <a:cs typeface="NanumGothic"/>
              </a:defRPr>
            </a:defPPr>
            <a:lvl1pPr algn="ctr">
              <a:defRPr sz="1500" b="1">
                <a:solidFill>
                  <a:srgbClr val="FFFFFF"/>
                </a:solidFill>
                <a:latin typeface="NanumGothic"/>
                <a:ea typeface="NanumGothic"/>
                <a:cs typeface="NanumGothic"/>
              </a:defRPr>
            </a:lvl1pPr>
            <a:lvl2pPr algn="ctr">
              <a:defRPr sz="1500" b="1">
                <a:solidFill>
                  <a:srgbClr val="FFFFFF"/>
                </a:solidFill>
                <a:latin typeface="NanumGothic"/>
                <a:ea typeface="NanumGothic"/>
                <a:cs typeface="NanumGothic"/>
              </a:defRPr>
            </a:lvl2pPr>
            <a:lvl3pPr algn="ctr">
              <a:defRPr sz="1500" b="1">
                <a:solidFill>
                  <a:srgbClr val="FFFFFF"/>
                </a:solidFill>
                <a:latin typeface="NanumGothic"/>
                <a:ea typeface="NanumGothic"/>
                <a:cs typeface="NanumGothic"/>
              </a:defRPr>
            </a:lvl3pPr>
            <a:lvl4pPr algn="ctr">
              <a:defRPr sz="1500" b="1">
                <a:solidFill>
                  <a:srgbClr val="FFFFFF"/>
                </a:solidFill>
                <a:latin typeface="NanumGothic"/>
                <a:ea typeface="NanumGothic"/>
                <a:cs typeface="NanumGothic"/>
              </a:defRPr>
            </a:lvl4pPr>
            <a:lvl5pPr algn="ctr">
              <a:defRPr sz="1500" b="1">
                <a:solidFill>
                  <a:srgbClr val="FFFFFF"/>
                </a:solidFill>
                <a:latin typeface="NanumGothic"/>
                <a:ea typeface="NanumGothic"/>
                <a:cs typeface="NanumGothic"/>
              </a:defRPr>
            </a:lvl5pPr>
            <a:lvl6pPr algn="ctr">
              <a:defRPr sz="1500" b="1">
                <a:solidFill>
                  <a:srgbClr val="FFFFFF"/>
                </a:solidFill>
                <a:latin typeface="NanumGothic"/>
                <a:ea typeface="NanumGothic"/>
                <a:cs typeface="NanumGothic"/>
              </a:defRPr>
            </a:lvl6pPr>
            <a:lvl7pPr algn="ctr">
              <a:defRPr sz="1500" b="1">
                <a:solidFill>
                  <a:srgbClr val="FFFFFF"/>
                </a:solidFill>
                <a:latin typeface="NanumGothic"/>
                <a:ea typeface="NanumGothic"/>
                <a:cs typeface="NanumGothic"/>
              </a:defRPr>
            </a:lvl7pPr>
            <a:lvl8pPr algn="ctr">
              <a:defRPr sz="1500" b="1">
                <a:solidFill>
                  <a:srgbClr val="FFFFFF"/>
                </a:solidFill>
                <a:latin typeface="NanumGothic"/>
                <a:ea typeface="NanumGothic"/>
                <a:cs typeface="NanumGothic"/>
              </a:defRPr>
            </a:lvl8pPr>
            <a:lvl9pPr algn="ctr">
              <a:defRPr sz="1500" b="1">
                <a:solidFill>
                  <a:srgbClr val="FFFFFF"/>
                </a:solidFill>
                <a:latin typeface="NanumGothic"/>
                <a:ea typeface="NanumGothic"/>
                <a:cs typeface="NanumGothic"/>
              </a:defRPr>
            </a:lvl9pPr>
          </a:lstStyle>
          <a:p xmlns:a="http://schemas.openxmlformats.org/drawingml/2006/main">
            <a:pPr algn="ctr">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조회</a:t>
            </a:r>
          </a:p>
        </p:txBody>
      </p:sp>
      <p:sp>
        <p:nvSpPr>
          <p:cNvPr id="25" name="">
            <a:extLst xmlns:a="http://schemas.openxmlformats.org/drawingml/2006/main">
              <a:ext uri="{FF2B5EF4-FFF2-40B4-BE49-F238E27FC236}">
                <a16:creationId xmlns:a16="http://schemas.microsoft.com/office/drawing/2014/main" id="{33518844-C4E5-4122-927A-79373F017DAD}"/>
              </a:ext>
            </a:extLst>
          </p:cNvPr>
          <p:cNvSpPr>
            <a:spLocks xmlns:a="http://schemas.openxmlformats.org/drawingml/2006/main" noGrp="1"/>
          </p:cNvSpPr>
          <p:nvPr/>
        </p:nvSpPr>
        <p:spPr>
          <a:xfrm xmlns:a="http://schemas.openxmlformats.org/drawingml/2006/main">
            <a:off x="7391400" y="3429000"/>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D2C45"/>
                </a:solidFill>
                <a:latin typeface="NanumGothic"/>
                <a:ea typeface="NanumGothic"/>
                <a:cs typeface="NanumGothic"/>
              </a:defRPr>
            </a:defPPr>
            <a:lvl1pPr algn="l">
              <a:defRPr sz="1425" b="0">
                <a:solidFill>
                  <a:srgbClr val="1D2C45"/>
                </a:solidFill>
                <a:latin typeface="NanumGothic"/>
                <a:ea typeface="NanumGothic"/>
                <a:cs typeface="NanumGothic"/>
              </a:defRPr>
            </a:lvl1pPr>
            <a:lvl2pPr algn="l">
              <a:defRPr sz="1425" b="0">
                <a:solidFill>
                  <a:srgbClr val="1D2C45"/>
                </a:solidFill>
                <a:latin typeface="NanumGothic"/>
                <a:ea typeface="NanumGothic"/>
                <a:cs typeface="NanumGothic"/>
              </a:defRPr>
            </a:lvl2pPr>
            <a:lvl3pPr algn="l">
              <a:defRPr sz="1425" b="0">
                <a:solidFill>
                  <a:srgbClr val="1D2C45"/>
                </a:solidFill>
                <a:latin typeface="NanumGothic"/>
                <a:ea typeface="NanumGothic"/>
                <a:cs typeface="NanumGothic"/>
              </a:defRPr>
            </a:lvl3pPr>
            <a:lvl4pPr algn="l">
              <a:defRPr sz="1425" b="0">
                <a:solidFill>
                  <a:srgbClr val="1D2C45"/>
                </a:solidFill>
                <a:latin typeface="NanumGothic"/>
                <a:ea typeface="NanumGothic"/>
                <a:cs typeface="NanumGothic"/>
              </a:defRPr>
            </a:lvl4pPr>
            <a:lvl5pPr algn="l">
              <a:defRPr sz="1425" b="0">
                <a:solidFill>
                  <a:srgbClr val="1D2C45"/>
                </a:solidFill>
                <a:latin typeface="NanumGothic"/>
                <a:ea typeface="NanumGothic"/>
                <a:cs typeface="NanumGothic"/>
              </a:defRPr>
            </a:lvl5pPr>
            <a:lvl6pPr algn="l">
              <a:defRPr sz="1425" b="0">
                <a:solidFill>
                  <a:srgbClr val="1D2C45"/>
                </a:solidFill>
                <a:latin typeface="NanumGothic"/>
                <a:ea typeface="NanumGothic"/>
                <a:cs typeface="NanumGothic"/>
              </a:defRPr>
            </a:lvl6pPr>
            <a:lvl7pPr algn="l">
              <a:defRPr sz="1425" b="0">
                <a:solidFill>
                  <a:srgbClr val="1D2C45"/>
                </a:solidFill>
                <a:latin typeface="NanumGothic"/>
                <a:ea typeface="NanumGothic"/>
                <a:cs typeface="NanumGothic"/>
              </a:defRPr>
            </a:lvl7pPr>
            <a:lvl8pPr algn="l">
              <a:defRPr sz="1425" b="0">
                <a:solidFill>
                  <a:srgbClr val="1D2C45"/>
                </a:solidFill>
                <a:latin typeface="NanumGothic"/>
                <a:ea typeface="NanumGothic"/>
                <a:cs typeface="NanumGothic"/>
              </a:defRPr>
            </a:lvl8pPr>
            <a:lvl9pPr algn="l">
              <a:defRPr sz="1425" b="0">
                <a:solidFill>
                  <a:srgbClr val="1D2C45"/>
                </a:solidFill>
                <a:latin typeface="NanumGothic"/>
                <a:ea typeface="NanumGothic"/>
                <a:cs typeface="NanumGothic"/>
              </a:defRPr>
            </a:lvl9pPr>
          </a:lstStyle>
          <a:p xmlns:a="http://schemas.openxmlformats.org/drawingml/2006/main">
            <a:pPr algn="l">
              <a:defRPr sz="1425" b="0">
                <a:solidFill>
                  <a:srgbClr val="1D2C45"/>
                </a:solidFill>
                <a:latin typeface="NanumGothic"/>
                <a:ea typeface="NanumGothic"/>
                <a:cs typeface="NanumGothic"/>
              </a:defRPr>
            </a:pPr>
            <a:r>
              <a:rPr sz="1425" b="0">
                <a:solidFill>
                  <a:srgbClr val="1D2C45"/>
                </a:solidFill>
                <a:latin typeface="NanumGothic"/>
                <a:ea typeface="NanumGothic"/>
                <a:cs typeface="NanumGothic"/>
              </a:rPr>
              <a:t>기간·상태 검색 / 근거 기반 내용 답변</a:t>
            </a:r>
          </a:p>
        </p:txBody>
      </p:sp>
      <p:sp>
        <p:nvSpPr>
          <p:cNvPr id="26" name="">
            <a:extLst xmlns:a="http://schemas.openxmlformats.org/drawingml/2006/main">
              <a:ext uri="{FF2B5EF4-FFF2-40B4-BE49-F238E27FC236}">
                <a16:creationId xmlns:a16="http://schemas.microsoft.com/office/drawing/2014/main" id="{D61F3F6B-1320-4E60-85A8-07DF273803A4}"/>
              </a:ext>
            </a:extLst>
          </p:cNvPr>
          <p:cNvSpPr>
            <a:spLocks xmlns:a="http://schemas.openxmlformats.org/drawingml/2006/main" noGrp="1"/>
          </p:cNvSpPr>
          <p:nvPr/>
        </p:nvSpPr>
        <p:spPr>
          <a:xfrm xmlns:a="http://schemas.openxmlformats.org/drawingml/2006/main">
            <a:off x="6286500" y="4391025"/>
            <a:ext cx="895350" cy="400050"/>
          </a:xfrm>
          <a:prstGeom xmlns:a="http://schemas.openxmlformats.org/drawingml/2006/main" prst="roundRect">
            <a:avLst>
              <a:gd name="adj" fmla="val 28571"/>
            </a:avLst>
          </a:prstGeom>
          <a:solidFill xmlns:a="http://schemas.openxmlformats.org/drawingml/2006/main">
            <a:srgbClr val="2762D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335F8F1-87F7-4100-AFB5-D3EC45247D4D}"/>
              </a:ext>
            </a:extLst>
          </p:cNvPr>
          <p:cNvSpPr>
            <a:spLocks xmlns:a="http://schemas.openxmlformats.org/drawingml/2006/main" noGrp="1"/>
          </p:cNvSpPr>
          <p:nvPr/>
        </p:nvSpPr>
        <p:spPr>
          <a:xfrm xmlns:a="http://schemas.openxmlformats.org/drawingml/2006/main">
            <a:off x="6286500" y="4400550"/>
            <a:ext cx="895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NanumGothic"/>
                <a:ea typeface="NanumGothic"/>
                <a:cs typeface="NanumGothic"/>
              </a:defRPr>
            </a:defPPr>
            <a:lvl1pPr algn="ctr">
              <a:defRPr sz="1500" b="1">
                <a:solidFill>
                  <a:srgbClr val="FFFFFF"/>
                </a:solidFill>
                <a:latin typeface="NanumGothic"/>
                <a:ea typeface="NanumGothic"/>
                <a:cs typeface="NanumGothic"/>
              </a:defRPr>
            </a:lvl1pPr>
            <a:lvl2pPr algn="ctr">
              <a:defRPr sz="1500" b="1">
                <a:solidFill>
                  <a:srgbClr val="FFFFFF"/>
                </a:solidFill>
                <a:latin typeface="NanumGothic"/>
                <a:ea typeface="NanumGothic"/>
                <a:cs typeface="NanumGothic"/>
              </a:defRPr>
            </a:lvl2pPr>
            <a:lvl3pPr algn="ctr">
              <a:defRPr sz="1500" b="1">
                <a:solidFill>
                  <a:srgbClr val="FFFFFF"/>
                </a:solidFill>
                <a:latin typeface="NanumGothic"/>
                <a:ea typeface="NanumGothic"/>
                <a:cs typeface="NanumGothic"/>
              </a:defRPr>
            </a:lvl3pPr>
            <a:lvl4pPr algn="ctr">
              <a:defRPr sz="1500" b="1">
                <a:solidFill>
                  <a:srgbClr val="FFFFFF"/>
                </a:solidFill>
                <a:latin typeface="NanumGothic"/>
                <a:ea typeface="NanumGothic"/>
                <a:cs typeface="NanumGothic"/>
              </a:defRPr>
            </a:lvl4pPr>
            <a:lvl5pPr algn="ctr">
              <a:defRPr sz="1500" b="1">
                <a:solidFill>
                  <a:srgbClr val="FFFFFF"/>
                </a:solidFill>
                <a:latin typeface="NanumGothic"/>
                <a:ea typeface="NanumGothic"/>
                <a:cs typeface="NanumGothic"/>
              </a:defRPr>
            </a:lvl5pPr>
            <a:lvl6pPr algn="ctr">
              <a:defRPr sz="1500" b="1">
                <a:solidFill>
                  <a:srgbClr val="FFFFFF"/>
                </a:solidFill>
                <a:latin typeface="NanumGothic"/>
                <a:ea typeface="NanumGothic"/>
                <a:cs typeface="NanumGothic"/>
              </a:defRPr>
            </a:lvl6pPr>
            <a:lvl7pPr algn="ctr">
              <a:defRPr sz="1500" b="1">
                <a:solidFill>
                  <a:srgbClr val="FFFFFF"/>
                </a:solidFill>
                <a:latin typeface="NanumGothic"/>
                <a:ea typeface="NanumGothic"/>
                <a:cs typeface="NanumGothic"/>
              </a:defRPr>
            </a:lvl7pPr>
            <a:lvl8pPr algn="ctr">
              <a:defRPr sz="1500" b="1">
                <a:solidFill>
                  <a:srgbClr val="FFFFFF"/>
                </a:solidFill>
                <a:latin typeface="NanumGothic"/>
                <a:ea typeface="NanumGothic"/>
                <a:cs typeface="NanumGothic"/>
              </a:defRPr>
            </a:lvl8pPr>
            <a:lvl9pPr algn="ctr">
              <a:defRPr sz="1500" b="1">
                <a:solidFill>
                  <a:srgbClr val="FFFFFF"/>
                </a:solidFill>
                <a:latin typeface="NanumGothic"/>
                <a:ea typeface="NanumGothic"/>
                <a:cs typeface="NanumGothic"/>
              </a:defRPr>
            </a:lvl9pPr>
          </a:lstStyle>
          <a:p xmlns:a="http://schemas.openxmlformats.org/drawingml/2006/main">
            <a:pPr algn="ctr">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달력</a:t>
            </a:r>
          </a:p>
        </p:txBody>
      </p:sp>
      <p:sp>
        <p:nvSpPr>
          <p:cNvPr id="28" name="">
            <a:extLst xmlns:a="http://schemas.openxmlformats.org/drawingml/2006/main">
              <a:ext uri="{FF2B5EF4-FFF2-40B4-BE49-F238E27FC236}">
                <a16:creationId xmlns:a16="http://schemas.microsoft.com/office/drawing/2014/main" id="{05266BE4-DB27-488A-9F5D-880444FE74DB}"/>
              </a:ext>
            </a:extLst>
          </p:cNvPr>
          <p:cNvSpPr>
            <a:spLocks xmlns:a="http://schemas.openxmlformats.org/drawingml/2006/main" noGrp="1"/>
          </p:cNvSpPr>
          <p:nvPr/>
        </p:nvSpPr>
        <p:spPr>
          <a:xfrm xmlns:a="http://schemas.openxmlformats.org/drawingml/2006/main">
            <a:off x="7391400" y="4362450"/>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D2C45"/>
                </a:solidFill>
                <a:latin typeface="NanumGothic"/>
                <a:ea typeface="NanumGothic"/>
                <a:cs typeface="NanumGothic"/>
              </a:defRPr>
            </a:defPPr>
            <a:lvl1pPr algn="l">
              <a:defRPr sz="1425" b="0">
                <a:solidFill>
                  <a:srgbClr val="1D2C45"/>
                </a:solidFill>
                <a:latin typeface="NanumGothic"/>
                <a:ea typeface="NanumGothic"/>
                <a:cs typeface="NanumGothic"/>
              </a:defRPr>
            </a:lvl1pPr>
            <a:lvl2pPr algn="l">
              <a:defRPr sz="1425" b="0">
                <a:solidFill>
                  <a:srgbClr val="1D2C45"/>
                </a:solidFill>
                <a:latin typeface="NanumGothic"/>
                <a:ea typeface="NanumGothic"/>
                <a:cs typeface="NanumGothic"/>
              </a:defRPr>
            </a:lvl2pPr>
            <a:lvl3pPr algn="l">
              <a:defRPr sz="1425" b="0">
                <a:solidFill>
                  <a:srgbClr val="1D2C45"/>
                </a:solidFill>
                <a:latin typeface="NanumGothic"/>
                <a:ea typeface="NanumGothic"/>
                <a:cs typeface="NanumGothic"/>
              </a:defRPr>
            </a:lvl3pPr>
            <a:lvl4pPr algn="l">
              <a:defRPr sz="1425" b="0">
                <a:solidFill>
                  <a:srgbClr val="1D2C45"/>
                </a:solidFill>
                <a:latin typeface="NanumGothic"/>
                <a:ea typeface="NanumGothic"/>
                <a:cs typeface="NanumGothic"/>
              </a:defRPr>
            </a:lvl4pPr>
            <a:lvl5pPr algn="l">
              <a:defRPr sz="1425" b="0">
                <a:solidFill>
                  <a:srgbClr val="1D2C45"/>
                </a:solidFill>
                <a:latin typeface="NanumGothic"/>
                <a:ea typeface="NanumGothic"/>
                <a:cs typeface="NanumGothic"/>
              </a:defRPr>
            </a:lvl5pPr>
            <a:lvl6pPr algn="l">
              <a:defRPr sz="1425" b="0">
                <a:solidFill>
                  <a:srgbClr val="1D2C45"/>
                </a:solidFill>
                <a:latin typeface="NanumGothic"/>
                <a:ea typeface="NanumGothic"/>
                <a:cs typeface="NanumGothic"/>
              </a:defRPr>
            </a:lvl6pPr>
            <a:lvl7pPr algn="l">
              <a:defRPr sz="1425" b="0">
                <a:solidFill>
                  <a:srgbClr val="1D2C45"/>
                </a:solidFill>
                <a:latin typeface="NanumGothic"/>
                <a:ea typeface="NanumGothic"/>
                <a:cs typeface="NanumGothic"/>
              </a:defRPr>
            </a:lvl7pPr>
            <a:lvl8pPr algn="l">
              <a:defRPr sz="1425" b="0">
                <a:solidFill>
                  <a:srgbClr val="1D2C45"/>
                </a:solidFill>
                <a:latin typeface="NanumGothic"/>
                <a:ea typeface="NanumGothic"/>
                <a:cs typeface="NanumGothic"/>
              </a:defRPr>
            </a:lvl8pPr>
            <a:lvl9pPr algn="l">
              <a:defRPr sz="1425" b="0">
                <a:solidFill>
                  <a:srgbClr val="1D2C45"/>
                </a:solidFill>
                <a:latin typeface="NanumGothic"/>
                <a:ea typeface="NanumGothic"/>
                <a:cs typeface="NanumGothic"/>
              </a:defRPr>
            </a:lvl9pPr>
          </a:lstStyle>
          <a:p xmlns:a="http://schemas.openxmlformats.org/drawingml/2006/main">
            <a:pPr algn="l">
              <a:defRPr sz="1425" b="0">
                <a:solidFill>
                  <a:srgbClr val="1D2C45"/>
                </a:solidFill>
                <a:latin typeface="NanumGothic"/>
                <a:ea typeface="NanumGothic"/>
                <a:cs typeface="NanumGothic"/>
              </a:defRPr>
            </a:pPr>
            <a:r>
              <a:rPr sz="1425" b="0">
                <a:solidFill>
                  <a:srgbClr val="1D2C45"/>
                </a:solidFill>
                <a:latin typeface="NanumGothic"/>
                <a:ea typeface="NanumGothic"/>
                <a:cs typeface="NanumGothic"/>
              </a:rPr>
              <a:t>시작일·마감일·행사일을 날짜별 표시</a:t>
            </a:r>
          </a:p>
        </p:txBody>
      </p:sp>
    </p:spTree>
    <p:extLst>
      <p:ext uri="{BB962C8B-B14F-4D97-AF65-F5344CB8AC3E}">
        <p14:creationId xmlns:p14="http://schemas.microsoft.com/office/powerpoint/2010/main" val="56651477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66F1DBA-B70A-4047-91C3-1557FB5CF91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64852F-675E-4492-8195-19104F6F0F75}"/>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02  시스템 아키텍처와 기술적 특징</a:t>
            </a:r>
          </a:p>
        </p:txBody>
      </p:sp>
      <p:sp>
        <p:nvSpPr>
          <p:cNvPr id="3" name="">
            <a:extLst xmlns:a="http://schemas.openxmlformats.org/drawingml/2006/main">
              <a:ext uri="{FF2B5EF4-FFF2-40B4-BE49-F238E27FC236}">
                <a16:creationId xmlns:a16="http://schemas.microsoft.com/office/drawing/2014/main" id="{B15FE0AE-5BF8-4C64-86A2-A1F4C7140070}"/>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등록과 조회를 나누고, 같은 저장소를 사용한다</a:t>
            </a:r>
          </a:p>
        </p:txBody>
      </p:sp>
      <p:sp>
        <p:nvSpPr>
          <p:cNvPr id="4" name="">
            <a:extLst xmlns:a="http://schemas.openxmlformats.org/drawingml/2006/main">
              <a:ext uri="{FF2B5EF4-FFF2-40B4-BE49-F238E27FC236}">
                <a16:creationId xmlns:a16="http://schemas.microsoft.com/office/drawing/2014/main" id="{CE53F498-ABEF-4634-8078-90C5064E00F0}"/>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31AF2B-BBE7-4714-A683-17338A9670B0}"/>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10454A44-D925-4629-994F-AB167F0F61D8}"/>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3/6  ·  70초</a:t>
            </a:r>
          </a:p>
        </p:txBody>
      </p:sp>
      <p:sp>
        <p:nvSpPr>
          <p:cNvPr id="7" name="">
            <a:extLst xmlns:a="http://schemas.openxmlformats.org/drawingml/2006/main">
              <a:ext uri="{FF2B5EF4-FFF2-40B4-BE49-F238E27FC236}">
                <a16:creationId xmlns:a16="http://schemas.microsoft.com/office/drawing/2014/main" id="{A3DE60E0-D6B7-447C-A704-7020467F0CFD}"/>
              </a:ext>
            </a:extLst>
          </p:cNvPr>
          <p:cNvSpPr>
            <a:spLocks xmlns:a="http://schemas.openxmlformats.org/drawingml/2006/main" noGrp="1"/>
          </p:cNvSpPr>
          <p:nvPr/>
        </p:nvSpPr>
        <p:spPr>
          <a:xfrm xmlns:a="http://schemas.openxmlformats.org/drawingml/2006/main">
            <a:off x="609600" y="1647825"/>
            <a:ext cx="2038350" cy="3676650"/>
          </a:xfrm>
          <a:prstGeom xmlns:a="http://schemas.openxmlformats.org/drawingml/2006/main" prst="roundRect">
            <a:avLst>
              <a:gd name="adj" fmla="val 8411"/>
            </a:avLst>
          </a:prstGeom>
          <a:solidFill xmlns:a="http://schemas.openxmlformats.org/drawingml/2006/main">
            <a:srgbClr val="EAF1FF"/>
          </a:solidFill>
          <a:ln xmlns:a="http://schemas.openxmlformats.org/drawingml/2006/main" w="12383">
            <a:solidFill>
              <a:srgbClr val="CBD7EA"/>
            </a:solidFill>
            <a:prstDash val="solid"/>
          </a:ln>
        </p:spPr>
      </p:sp>
      <p:sp>
        <p:nvSpPr>
          <p:cNvPr id="8" name="">
            <a:extLst xmlns:a="http://schemas.openxmlformats.org/drawingml/2006/main">
              <a:ext uri="{FF2B5EF4-FFF2-40B4-BE49-F238E27FC236}">
                <a16:creationId xmlns:a16="http://schemas.microsoft.com/office/drawing/2014/main" id="{468B1063-BF43-4F58-B44A-29D00D437816}"/>
              </a:ext>
            </a:extLst>
          </p:cNvPr>
          <p:cNvSpPr>
            <a:spLocks xmlns:a="http://schemas.openxmlformats.org/drawingml/2006/main" noGrp="1"/>
          </p:cNvSpPr>
          <p:nvPr/>
        </p:nvSpPr>
        <p:spPr>
          <a:xfrm xmlns:a="http://schemas.openxmlformats.org/drawingml/2006/main">
            <a:off x="781050" y="1790700"/>
            <a:ext cx="1695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2B4E"/>
                </a:solidFill>
                <a:latin typeface="NanumGothic"/>
                <a:ea typeface="NanumGothic"/>
                <a:cs typeface="NanumGothic"/>
              </a:defRPr>
            </a:defPPr>
            <a:lvl1pPr algn="ctr">
              <a:defRPr sz="1650" b="1">
                <a:solidFill>
                  <a:srgbClr val="142B4E"/>
                </a:solidFill>
                <a:latin typeface="NanumGothic"/>
                <a:ea typeface="NanumGothic"/>
                <a:cs typeface="NanumGothic"/>
              </a:defRPr>
            </a:lvl1pPr>
            <a:lvl2pPr algn="ctr">
              <a:defRPr sz="1650" b="1">
                <a:solidFill>
                  <a:srgbClr val="142B4E"/>
                </a:solidFill>
                <a:latin typeface="NanumGothic"/>
                <a:ea typeface="NanumGothic"/>
                <a:cs typeface="NanumGothic"/>
              </a:defRPr>
            </a:lvl2pPr>
            <a:lvl3pPr algn="ctr">
              <a:defRPr sz="1650" b="1">
                <a:solidFill>
                  <a:srgbClr val="142B4E"/>
                </a:solidFill>
                <a:latin typeface="NanumGothic"/>
                <a:ea typeface="NanumGothic"/>
                <a:cs typeface="NanumGothic"/>
              </a:defRPr>
            </a:lvl3pPr>
            <a:lvl4pPr algn="ctr">
              <a:defRPr sz="1650" b="1">
                <a:solidFill>
                  <a:srgbClr val="142B4E"/>
                </a:solidFill>
                <a:latin typeface="NanumGothic"/>
                <a:ea typeface="NanumGothic"/>
                <a:cs typeface="NanumGothic"/>
              </a:defRPr>
            </a:lvl4pPr>
            <a:lvl5pPr algn="ctr">
              <a:defRPr sz="1650" b="1">
                <a:solidFill>
                  <a:srgbClr val="142B4E"/>
                </a:solidFill>
                <a:latin typeface="NanumGothic"/>
                <a:ea typeface="NanumGothic"/>
                <a:cs typeface="NanumGothic"/>
              </a:defRPr>
            </a:lvl5pPr>
            <a:lvl6pPr algn="ctr">
              <a:defRPr sz="1650" b="1">
                <a:solidFill>
                  <a:srgbClr val="142B4E"/>
                </a:solidFill>
                <a:latin typeface="NanumGothic"/>
                <a:ea typeface="NanumGothic"/>
                <a:cs typeface="NanumGothic"/>
              </a:defRPr>
            </a:lvl6pPr>
            <a:lvl7pPr algn="ctr">
              <a:defRPr sz="1650" b="1">
                <a:solidFill>
                  <a:srgbClr val="142B4E"/>
                </a:solidFill>
                <a:latin typeface="NanumGothic"/>
                <a:ea typeface="NanumGothic"/>
                <a:cs typeface="NanumGothic"/>
              </a:defRPr>
            </a:lvl7pPr>
            <a:lvl8pPr algn="ctr">
              <a:defRPr sz="1650" b="1">
                <a:solidFill>
                  <a:srgbClr val="142B4E"/>
                </a:solidFill>
                <a:latin typeface="NanumGothic"/>
                <a:ea typeface="NanumGothic"/>
                <a:cs typeface="NanumGothic"/>
              </a:defRPr>
            </a:lvl8pPr>
            <a:lvl9pPr algn="ctr">
              <a:defRPr sz="1650" b="1">
                <a:solidFill>
                  <a:srgbClr val="142B4E"/>
                </a:solidFill>
                <a:latin typeface="NanumGothic"/>
                <a:ea typeface="NanumGothic"/>
                <a:cs typeface="NanumGothic"/>
              </a:defRPr>
            </a:lvl9pPr>
          </a:lstStyle>
          <a:p xmlns:a="http://schemas.openxmlformats.org/drawingml/2006/main">
            <a:pPr algn="ctr">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사용자 화면</a:t>
            </a:r>
          </a:p>
        </p:txBody>
      </p:sp>
      <p:sp>
        <p:nvSpPr>
          <p:cNvPr id="9" name="">
            <a:extLst xmlns:a="http://schemas.openxmlformats.org/drawingml/2006/main">
              <a:ext uri="{FF2B5EF4-FFF2-40B4-BE49-F238E27FC236}">
                <a16:creationId xmlns:a16="http://schemas.microsoft.com/office/drawing/2014/main" id="{3AD49FCA-A906-4E74-A888-35ABDF54041A}"/>
              </a:ext>
            </a:extLst>
          </p:cNvPr>
          <p:cNvSpPr>
            <a:spLocks xmlns:a="http://schemas.openxmlformats.org/drawingml/2006/main" noGrp="1"/>
          </p:cNvSpPr>
          <p:nvPr/>
        </p:nvSpPr>
        <p:spPr>
          <a:xfrm xmlns:a="http://schemas.openxmlformats.org/drawingml/2006/main">
            <a:off x="2895600" y="1647825"/>
            <a:ext cx="2343150" cy="367665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383">
            <a:solidFill>
              <a:srgbClr val="CBD7EA"/>
            </a:solidFill>
            <a:prstDash val="solid"/>
          </a:ln>
        </p:spPr>
      </p:sp>
      <p:sp>
        <p:nvSpPr>
          <p:cNvPr id="10" name="">
            <a:extLst xmlns:a="http://schemas.openxmlformats.org/drawingml/2006/main">
              <a:ext uri="{FF2B5EF4-FFF2-40B4-BE49-F238E27FC236}">
                <a16:creationId xmlns:a16="http://schemas.microsoft.com/office/drawing/2014/main" id="{704E37D2-3D5B-4EA7-99D2-92D0614B632F}"/>
              </a:ext>
            </a:extLst>
          </p:cNvPr>
          <p:cNvSpPr>
            <a:spLocks xmlns:a="http://schemas.openxmlformats.org/drawingml/2006/main" noGrp="1"/>
          </p:cNvSpPr>
          <p:nvPr/>
        </p:nvSpPr>
        <p:spPr>
          <a:xfrm xmlns:a="http://schemas.openxmlformats.org/drawingml/2006/main">
            <a:off x="3067050" y="179070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2B4E"/>
                </a:solidFill>
                <a:latin typeface="NanumGothic"/>
                <a:ea typeface="NanumGothic"/>
                <a:cs typeface="NanumGothic"/>
              </a:defRPr>
            </a:defPPr>
            <a:lvl1pPr algn="ctr">
              <a:defRPr sz="1650" b="1">
                <a:solidFill>
                  <a:srgbClr val="142B4E"/>
                </a:solidFill>
                <a:latin typeface="NanumGothic"/>
                <a:ea typeface="NanumGothic"/>
                <a:cs typeface="NanumGothic"/>
              </a:defRPr>
            </a:lvl1pPr>
            <a:lvl2pPr algn="ctr">
              <a:defRPr sz="1650" b="1">
                <a:solidFill>
                  <a:srgbClr val="142B4E"/>
                </a:solidFill>
                <a:latin typeface="NanumGothic"/>
                <a:ea typeface="NanumGothic"/>
                <a:cs typeface="NanumGothic"/>
              </a:defRPr>
            </a:lvl2pPr>
            <a:lvl3pPr algn="ctr">
              <a:defRPr sz="1650" b="1">
                <a:solidFill>
                  <a:srgbClr val="142B4E"/>
                </a:solidFill>
                <a:latin typeface="NanumGothic"/>
                <a:ea typeface="NanumGothic"/>
                <a:cs typeface="NanumGothic"/>
              </a:defRPr>
            </a:lvl3pPr>
            <a:lvl4pPr algn="ctr">
              <a:defRPr sz="1650" b="1">
                <a:solidFill>
                  <a:srgbClr val="142B4E"/>
                </a:solidFill>
                <a:latin typeface="NanumGothic"/>
                <a:ea typeface="NanumGothic"/>
                <a:cs typeface="NanumGothic"/>
              </a:defRPr>
            </a:lvl4pPr>
            <a:lvl5pPr algn="ctr">
              <a:defRPr sz="1650" b="1">
                <a:solidFill>
                  <a:srgbClr val="142B4E"/>
                </a:solidFill>
                <a:latin typeface="NanumGothic"/>
                <a:ea typeface="NanumGothic"/>
                <a:cs typeface="NanumGothic"/>
              </a:defRPr>
            </a:lvl5pPr>
            <a:lvl6pPr algn="ctr">
              <a:defRPr sz="1650" b="1">
                <a:solidFill>
                  <a:srgbClr val="142B4E"/>
                </a:solidFill>
                <a:latin typeface="NanumGothic"/>
                <a:ea typeface="NanumGothic"/>
                <a:cs typeface="NanumGothic"/>
              </a:defRPr>
            </a:lvl6pPr>
            <a:lvl7pPr algn="ctr">
              <a:defRPr sz="1650" b="1">
                <a:solidFill>
                  <a:srgbClr val="142B4E"/>
                </a:solidFill>
                <a:latin typeface="NanumGothic"/>
                <a:ea typeface="NanumGothic"/>
                <a:cs typeface="NanumGothic"/>
              </a:defRPr>
            </a:lvl7pPr>
            <a:lvl8pPr algn="ctr">
              <a:defRPr sz="1650" b="1">
                <a:solidFill>
                  <a:srgbClr val="142B4E"/>
                </a:solidFill>
                <a:latin typeface="NanumGothic"/>
                <a:ea typeface="NanumGothic"/>
                <a:cs typeface="NanumGothic"/>
              </a:defRPr>
            </a:lvl8pPr>
            <a:lvl9pPr algn="ctr">
              <a:defRPr sz="1650" b="1">
                <a:solidFill>
                  <a:srgbClr val="142B4E"/>
                </a:solidFill>
                <a:latin typeface="NanumGothic"/>
                <a:ea typeface="NanumGothic"/>
                <a:cs typeface="NanumGothic"/>
              </a:defRPr>
            </a:lvl9pPr>
          </a:lstStyle>
          <a:p xmlns:a="http://schemas.openxmlformats.org/drawingml/2006/main">
            <a:pPr algn="ctr">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API · 경로 제어</a:t>
            </a:r>
          </a:p>
        </p:txBody>
      </p:sp>
      <p:sp>
        <p:nvSpPr>
          <p:cNvPr id="11" name="">
            <a:extLst xmlns:a="http://schemas.openxmlformats.org/drawingml/2006/main">
              <a:ext uri="{FF2B5EF4-FFF2-40B4-BE49-F238E27FC236}">
                <a16:creationId xmlns:a16="http://schemas.microsoft.com/office/drawing/2014/main" id="{B2C5E762-B104-46C8-8FB3-5DE2C163E147}"/>
              </a:ext>
            </a:extLst>
          </p:cNvPr>
          <p:cNvSpPr>
            <a:spLocks xmlns:a="http://schemas.openxmlformats.org/drawingml/2006/main" noGrp="1"/>
          </p:cNvSpPr>
          <p:nvPr/>
        </p:nvSpPr>
        <p:spPr>
          <a:xfrm xmlns:a="http://schemas.openxmlformats.org/drawingml/2006/main">
            <a:off x="5486400" y="1647825"/>
            <a:ext cx="2933700" cy="36766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12383">
            <a:solidFill>
              <a:srgbClr val="CBD7EA"/>
            </a:solidFill>
            <a:prstDash val="solid"/>
          </a:ln>
        </p:spPr>
      </p:sp>
      <p:sp>
        <p:nvSpPr>
          <p:cNvPr id="12" name="">
            <a:extLst xmlns:a="http://schemas.openxmlformats.org/drawingml/2006/main">
              <a:ext uri="{FF2B5EF4-FFF2-40B4-BE49-F238E27FC236}">
                <a16:creationId xmlns:a16="http://schemas.microsoft.com/office/drawing/2014/main" id="{CB8E59B5-9CC3-4868-803B-50163A4103D9}"/>
              </a:ext>
            </a:extLst>
          </p:cNvPr>
          <p:cNvSpPr>
            <a:spLocks xmlns:a="http://schemas.openxmlformats.org/drawingml/2006/main" noGrp="1"/>
          </p:cNvSpPr>
          <p:nvPr/>
        </p:nvSpPr>
        <p:spPr>
          <a:xfrm xmlns:a="http://schemas.openxmlformats.org/drawingml/2006/main">
            <a:off x="5657850" y="179070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2B4E"/>
                </a:solidFill>
                <a:latin typeface="NanumGothic"/>
                <a:ea typeface="NanumGothic"/>
                <a:cs typeface="NanumGothic"/>
              </a:defRPr>
            </a:defPPr>
            <a:lvl1pPr algn="ctr">
              <a:defRPr sz="1650" b="1">
                <a:solidFill>
                  <a:srgbClr val="142B4E"/>
                </a:solidFill>
                <a:latin typeface="NanumGothic"/>
                <a:ea typeface="NanumGothic"/>
                <a:cs typeface="NanumGothic"/>
              </a:defRPr>
            </a:lvl1pPr>
            <a:lvl2pPr algn="ctr">
              <a:defRPr sz="1650" b="1">
                <a:solidFill>
                  <a:srgbClr val="142B4E"/>
                </a:solidFill>
                <a:latin typeface="NanumGothic"/>
                <a:ea typeface="NanumGothic"/>
                <a:cs typeface="NanumGothic"/>
              </a:defRPr>
            </a:lvl2pPr>
            <a:lvl3pPr algn="ctr">
              <a:defRPr sz="1650" b="1">
                <a:solidFill>
                  <a:srgbClr val="142B4E"/>
                </a:solidFill>
                <a:latin typeface="NanumGothic"/>
                <a:ea typeface="NanumGothic"/>
                <a:cs typeface="NanumGothic"/>
              </a:defRPr>
            </a:lvl3pPr>
            <a:lvl4pPr algn="ctr">
              <a:defRPr sz="1650" b="1">
                <a:solidFill>
                  <a:srgbClr val="142B4E"/>
                </a:solidFill>
                <a:latin typeface="NanumGothic"/>
                <a:ea typeface="NanumGothic"/>
                <a:cs typeface="NanumGothic"/>
              </a:defRPr>
            </a:lvl4pPr>
            <a:lvl5pPr algn="ctr">
              <a:defRPr sz="1650" b="1">
                <a:solidFill>
                  <a:srgbClr val="142B4E"/>
                </a:solidFill>
                <a:latin typeface="NanumGothic"/>
                <a:ea typeface="NanumGothic"/>
                <a:cs typeface="NanumGothic"/>
              </a:defRPr>
            </a:lvl5pPr>
            <a:lvl6pPr algn="ctr">
              <a:defRPr sz="1650" b="1">
                <a:solidFill>
                  <a:srgbClr val="142B4E"/>
                </a:solidFill>
                <a:latin typeface="NanumGothic"/>
                <a:ea typeface="NanumGothic"/>
                <a:cs typeface="NanumGothic"/>
              </a:defRPr>
            </a:lvl6pPr>
            <a:lvl7pPr algn="ctr">
              <a:defRPr sz="1650" b="1">
                <a:solidFill>
                  <a:srgbClr val="142B4E"/>
                </a:solidFill>
                <a:latin typeface="NanumGothic"/>
                <a:ea typeface="NanumGothic"/>
                <a:cs typeface="NanumGothic"/>
              </a:defRPr>
            </a:lvl7pPr>
            <a:lvl8pPr algn="ctr">
              <a:defRPr sz="1650" b="1">
                <a:solidFill>
                  <a:srgbClr val="142B4E"/>
                </a:solidFill>
                <a:latin typeface="NanumGothic"/>
                <a:ea typeface="NanumGothic"/>
                <a:cs typeface="NanumGothic"/>
              </a:defRPr>
            </a:lvl8pPr>
            <a:lvl9pPr algn="ctr">
              <a:defRPr sz="1650" b="1">
                <a:solidFill>
                  <a:srgbClr val="142B4E"/>
                </a:solidFill>
                <a:latin typeface="NanumGothic"/>
                <a:ea typeface="NanumGothic"/>
                <a:cs typeface="NanumGothic"/>
              </a:defRPr>
            </a:lvl9pPr>
          </a:lstStyle>
          <a:p xmlns:a="http://schemas.openxmlformats.org/drawingml/2006/main">
            <a:pPr algn="ctr">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AI 처리</a:t>
            </a:r>
          </a:p>
        </p:txBody>
      </p:sp>
      <p:sp>
        <p:nvSpPr>
          <p:cNvPr id="13" name="">
            <a:extLst xmlns:a="http://schemas.openxmlformats.org/drawingml/2006/main">
              <a:ext uri="{FF2B5EF4-FFF2-40B4-BE49-F238E27FC236}">
                <a16:creationId xmlns:a16="http://schemas.microsoft.com/office/drawing/2014/main" id="{4D972524-FB27-42B0-9375-63132B1697A5}"/>
              </a:ext>
            </a:extLst>
          </p:cNvPr>
          <p:cNvSpPr>
            <a:spLocks xmlns:a="http://schemas.openxmlformats.org/drawingml/2006/main" noGrp="1"/>
          </p:cNvSpPr>
          <p:nvPr/>
        </p:nvSpPr>
        <p:spPr>
          <a:xfrm xmlns:a="http://schemas.openxmlformats.org/drawingml/2006/main">
            <a:off x="8667750" y="1647825"/>
            <a:ext cx="2914650" cy="3676650"/>
          </a:xfrm>
          <a:prstGeom xmlns:a="http://schemas.openxmlformats.org/drawingml/2006/main" prst="roundRect">
            <a:avLst>
              <a:gd name="adj" fmla="val 5882"/>
            </a:avLst>
          </a:prstGeom>
          <a:solidFill xmlns:a="http://schemas.openxmlformats.org/drawingml/2006/main">
            <a:srgbClr val="CDEFE4"/>
          </a:solidFill>
          <a:ln xmlns:a="http://schemas.openxmlformats.org/drawingml/2006/main" w="12383">
            <a:solidFill>
              <a:srgbClr val="CBD7EA"/>
            </a:solidFill>
            <a:prstDash val="solid"/>
          </a:ln>
        </p:spPr>
      </p:sp>
      <p:sp>
        <p:nvSpPr>
          <p:cNvPr id="14" name="">
            <a:extLst xmlns:a="http://schemas.openxmlformats.org/drawingml/2006/main">
              <a:ext uri="{FF2B5EF4-FFF2-40B4-BE49-F238E27FC236}">
                <a16:creationId xmlns:a16="http://schemas.microsoft.com/office/drawing/2014/main" id="{CCAE04D9-0F26-4C85-9BD7-36BE99A863EB}"/>
              </a:ext>
            </a:extLst>
          </p:cNvPr>
          <p:cNvSpPr>
            <a:spLocks xmlns:a="http://schemas.openxmlformats.org/drawingml/2006/main" noGrp="1"/>
          </p:cNvSpPr>
          <p:nvPr/>
        </p:nvSpPr>
        <p:spPr>
          <a:xfrm xmlns:a="http://schemas.openxmlformats.org/drawingml/2006/main">
            <a:off x="8839200" y="179070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2B4E"/>
                </a:solidFill>
                <a:latin typeface="NanumGothic"/>
                <a:ea typeface="NanumGothic"/>
                <a:cs typeface="NanumGothic"/>
              </a:defRPr>
            </a:defPPr>
            <a:lvl1pPr algn="ctr">
              <a:defRPr sz="1650" b="1">
                <a:solidFill>
                  <a:srgbClr val="142B4E"/>
                </a:solidFill>
                <a:latin typeface="NanumGothic"/>
                <a:ea typeface="NanumGothic"/>
                <a:cs typeface="NanumGothic"/>
              </a:defRPr>
            </a:lvl1pPr>
            <a:lvl2pPr algn="ctr">
              <a:defRPr sz="1650" b="1">
                <a:solidFill>
                  <a:srgbClr val="142B4E"/>
                </a:solidFill>
                <a:latin typeface="NanumGothic"/>
                <a:ea typeface="NanumGothic"/>
                <a:cs typeface="NanumGothic"/>
              </a:defRPr>
            </a:lvl2pPr>
            <a:lvl3pPr algn="ctr">
              <a:defRPr sz="1650" b="1">
                <a:solidFill>
                  <a:srgbClr val="142B4E"/>
                </a:solidFill>
                <a:latin typeface="NanumGothic"/>
                <a:ea typeface="NanumGothic"/>
                <a:cs typeface="NanumGothic"/>
              </a:defRPr>
            </a:lvl3pPr>
            <a:lvl4pPr algn="ctr">
              <a:defRPr sz="1650" b="1">
                <a:solidFill>
                  <a:srgbClr val="142B4E"/>
                </a:solidFill>
                <a:latin typeface="NanumGothic"/>
                <a:ea typeface="NanumGothic"/>
                <a:cs typeface="NanumGothic"/>
              </a:defRPr>
            </a:lvl4pPr>
            <a:lvl5pPr algn="ctr">
              <a:defRPr sz="1650" b="1">
                <a:solidFill>
                  <a:srgbClr val="142B4E"/>
                </a:solidFill>
                <a:latin typeface="NanumGothic"/>
                <a:ea typeface="NanumGothic"/>
                <a:cs typeface="NanumGothic"/>
              </a:defRPr>
            </a:lvl5pPr>
            <a:lvl6pPr algn="ctr">
              <a:defRPr sz="1650" b="1">
                <a:solidFill>
                  <a:srgbClr val="142B4E"/>
                </a:solidFill>
                <a:latin typeface="NanumGothic"/>
                <a:ea typeface="NanumGothic"/>
                <a:cs typeface="NanumGothic"/>
              </a:defRPr>
            </a:lvl6pPr>
            <a:lvl7pPr algn="ctr">
              <a:defRPr sz="1650" b="1">
                <a:solidFill>
                  <a:srgbClr val="142B4E"/>
                </a:solidFill>
                <a:latin typeface="NanumGothic"/>
                <a:ea typeface="NanumGothic"/>
                <a:cs typeface="NanumGothic"/>
              </a:defRPr>
            </a:lvl7pPr>
            <a:lvl8pPr algn="ctr">
              <a:defRPr sz="1650" b="1">
                <a:solidFill>
                  <a:srgbClr val="142B4E"/>
                </a:solidFill>
                <a:latin typeface="NanumGothic"/>
                <a:ea typeface="NanumGothic"/>
                <a:cs typeface="NanumGothic"/>
              </a:defRPr>
            </a:lvl8pPr>
            <a:lvl9pPr algn="ctr">
              <a:defRPr sz="1650" b="1">
                <a:solidFill>
                  <a:srgbClr val="142B4E"/>
                </a:solidFill>
                <a:latin typeface="NanumGothic"/>
                <a:ea typeface="NanumGothic"/>
                <a:cs typeface="NanumGothic"/>
              </a:defRPr>
            </a:lvl9pPr>
          </a:lstStyle>
          <a:p xmlns:a="http://schemas.openxmlformats.org/drawingml/2006/main">
            <a:pPr algn="ctr">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저장 · 제공</a:t>
            </a:r>
          </a:p>
        </p:txBody>
      </p:sp>
      <p:sp>
        <p:nvSpPr>
          <p:cNvPr id="15" name="">
            <a:extLst xmlns:a="http://schemas.openxmlformats.org/drawingml/2006/main">
              <a:ext uri="{FF2B5EF4-FFF2-40B4-BE49-F238E27FC236}">
                <a16:creationId xmlns:a16="http://schemas.microsoft.com/office/drawing/2014/main" id="{A77641B8-3942-4A14-BC78-49E2EF8278F1}"/>
              </a:ext>
            </a:extLst>
          </p:cNvPr>
          <p:cNvSpPr>
            <a:spLocks xmlns:a="http://schemas.openxmlformats.org/drawingml/2006/main" noGrp="1"/>
          </p:cNvSpPr>
          <p:nvPr/>
        </p:nvSpPr>
        <p:spPr>
          <a:xfrm xmlns:a="http://schemas.openxmlformats.org/drawingml/2006/main">
            <a:off x="742950" y="2486025"/>
            <a:ext cx="1771650" cy="714375"/>
          </a:xfrm>
          <a:prstGeom xmlns:a="http://schemas.openxmlformats.org/drawingml/2006/main" prst="roundRect">
            <a:avLst>
              <a:gd name="adj" fmla="val 17333"/>
            </a:avLst>
          </a:prstGeom>
          <a:solidFill xmlns:a="http://schemas.openxmlformats.org/drawingml/2006/main">
            <a:srgbClr val="FFFFFF"/>
          </a:solidFill>
          <a:ln xmlns:a="http://schemas.openxmlformats.org/drawingml/2006/main" w="12383">
            <a:solidFill>
              <a:srgbClr val="CBD7EA"/>
            </a:solidFill>
            <a:prstDash val="solid"/>
          </a:ln>
        </p:spPr>
      </p:sp>
      <p:sp>
        <p:nvSpPr>
          <p:cNvPr id="16" name="">
            <a:extLst xmlns:a="http://schemas.openxmlformats.org/drawingml/2006/main">
              <a:ext uri="{FF2B5EF4-FFF2-40B4-BE49-F238E27FC236}">
                <a16:creationId xmlns:a16="http://schemas.microsoft.com/office/drawing/2014/main" id="{301A2926-5BE3-4756-BF97-DBE324E6BCC9}"/>
              </a:ext>
            </a:extLst>
          </p:cNvPr>
          <p:cNvSpPr>
            <a:spLocks xmlns:a="http://schemas.openxmlformats.org/drawingml/2006/main" noGrp="1"/>
          </p:cNvSpPr>
          <p:nvPr/>
        </p:nvSpPr>
        <p:spPr>
          <a:xfrm xmlns:a="http://schemas.openxmlformats.org/drawingml/2006/main">
            <a:off x="838200" y="2543175"/>
            <a:ext cx="15811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이미지 첨부</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채팅·달력</a:t>
            </a:r>
          </a:p>
        </p:txBody>
      </p:sp>
      <p:sp>
        <p:nvSpPr>
          <p:cNvPr id="17" name="">
            <a:extLst xmlns:a="http://schemas.openxmlformats.org/drawingml/2006/main">
              <a:ext uri="{FF2B5EF4-FFF2-40B4-BE49-F238E27FC236}">
                <a16:creationId xmlns:a16="http://schemas.microsoft.com/office/drawing/2014/main" id="{7E95BBEB-6F13-4D8C-A550-9E28C91CDE93}"/>
              </a:ext>
            </a:extLst>
          </p:cNvPr>
          <p:cNvSpPr>
            <a:spLocks xmlns:a="http://schemas.openxmlformats.org/drawingml/2006/main" noGrp="1"/>
          </p:cNvSpPr>
          <p:nvPr/>
        </p:nvSpPr>
        <p:spPr>
          <a:xfrm xmlns:a="http://schemas.openxmlformats.org/drawingml/2006/main">
            <a:off x="3057525" y="2352675"/>
            <a:ext cx="2019300" cy="714375"/>
          </a:xfrm>
          <a:prstGeom xmlns:a="http://schemas.openxmlformats.org/drawingml/2006/main" prst="roundRect">
            <a:avLst>
              <a:gd name="adj" fmla="val 17333"/>
            </a:avLst>
          </a:prstGeom>
          <a:solidFill xmlns:a="http://schemas.openxmlformats.org/drawingml/2006/main">
            <a:srgbClr val="FFFFFF"/>
          </a:solidFill>
          <a:ln xmlns:a="http://schemas.openxmlformats.org/drawingml/2006/main" w="12383">
            <a:solidFill>
              <a:srgbClr val="CBD7EA"/>
            </a:solidFill>
            <a:prstDash val="solid"/>
          </a:ln>
        </p:spPr>
      </p:sp>
      <p:sp>
        <p:nvSpPr>
          <p:cNvPr id="18" name="">
            <a:extLst xmlns:a="http://schemas.openxmlformats.org/drawingml/2006/main">
              <a:ext uri="{FF2B5EF4-FFF2-40B4-BE49-F238E27FC236}">
                <a16:creationId xmlns:a16="http://schemas.microsoft.com/office/drawing/2014/main" id="{A9A7D378-8107-46C5-BDC0-1DC1CD6D2D06}"/>
              </a:ext>
            </a:extLst>
          </p:cNvPr>
          <p:cNvSpPr>
            <a:spLocks xmlns:a="http://schemas.openxmlformats.org/drawingml/2006/main" noGrp="1"/>
          </p:cNvSpPr>
          <p:nvPr/>
        </p:nvSpPr>
        <p:spPr>
          <a:xfrm xmlns:a="http://schemas.openxmlformats.org/drawingml/2006/main">
            <a:off x="3152775" y="2409825"/>
            <a:ext cx="1828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FastAPI</a:t>
            </a:r>
          </a:p>
        </p:txBody>
      </p:sp>
      <p:sp>
        <p:nvSpPr>
          <p:cNvPr id="19" name="">
            <a:extLst xmlns:a="http://schemas.openxmlformats.org/drawingml/2006/main">
              <a:ext uri="{FF2B5EF4-FFF2-40B4-BE49-F238E27FC236}">
                <a16:creationId xmlns:a16="http://schemas.microsoft.com/office/drawing/2014/main" id="{9E7946F1-B95C-4766-8FA5-EDF9947C121F}"/>
              </a:ext>
            </a:extLst>
          </p:cNvPr>
          <p:cNvSpPr>
            <a:spLocks xmlns:a="http://schemas.openxmlformats.org/drawingml/2006/main" noGrp="1"/>
          </p:cNvSpPr>
          <p:nvPr/>
        </p:nvSpPr>
        <p:spPr>
          <a:xfrm xmlns:a="http://schemas.openxmlformats.org/drawingml/2006/main">
            <a:off x="3057525" y="3400425"/>
            <a:ext cx="2019300" cy="714375"/>
          </a:xfrm>
          <a:prstGeom xmlns:a="http://schemas.openxmlformats.org/drawingml/2006/main" prst="roundRect">
            <a:avLst>
              <a:gd name="adj" fmla="val 17333"/>
            </a:avLst>
          </a:prstGeom>
          <a:solidFill xmlns:a="http://schemas.openxmlformats.org/drawingml/2006/main">
            <a:srgbClr val="FFFFFF"/>
          </a:solidFill>
          <a:ln xmlns:a="http://schemas.openxmlformats.org/drawingml/2006/main" w="12383">
            <a:solidFill>
              <a:srgbClr val="CBD7EA"/>
            </a:solidFill>
            <a:prstDash val="solid"/>
          </a:ln>
        </p:spPr>
      </p:sp>
      <p:sp>
        <p:nvSpPr>
          <p:cNvPr id="20" name="">
            <a:extLst xmlns:a="http://schemas.openxmlformats.org/drawingml/2006/main">
              <a:ext uri="{FF2B5EF4-FFF2-40B4-BE49-F238E27FC236}">
                <a16:creationId xmlns:a16="http://schemas.microsoft.com/office/drawing/2014/main" id="{DDA7C93D-64F3-4C46-AC2B-D7AC466FD5AA}"/>
              </a:ext>
            </a:extLst>
          </p:cNvPr>
          <p:cNvSpPr>
            <a:spLocks xmlns:a="http://schemas.openxmlformats.org/drawingml/2006/main" noGrp="1"/>
          </p:cNvSpPr>
          <p:nvPr/>
        </p:nvSpPr>
        <p:spPr>
          <a:xfrm xmlns:a="http://schemas.openxmlformats.org/drawingml/2006/main">
            <a:off x="3152775" y="3457575"/>
            <a:ext cx="1828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LangGraph</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경로 제어</a:t>
            </a:r>
          </a:p>
        </p:txBody>
      </p:sp>
      <p:sp>
        <p:nvSpPr>
          <p:cNvPr id="21" name="">
            <a:extLst xmlns:a="http://schemas.openxmlformats.org/drawingml/2006/main">
              <a:ext uri="{FF2B5EF4-FFF2-40B4-BE49-F238E27FC236}">
                <a16:creationId xmlns:a16="http://schemas.microsoft.com/office/drawing/2014/main" id="{F678E7E8-5942-42A5-A9CF-2A9F54DAC5D7}"/>
              </a:ext>
            </a:extLst>
          </p:cNvPr>
          <p:cNvSpPr>
            <a:spLocks xmlns:a="http://schemas.openxmlformats.org/drawingml/2006/main" noGrp="1"/>
          </p:cNvSpPr>
          <p:nvPr/>
        </p:nvSpPr>
        <p:spPr>
          <a:xfrm xmlns:a="http://schemas.openxmlformats.org/drawingml/2006/main">
            <a:off x="5657850" y="2276475"/>
            <a:ext cx="2581275" cy="771525"/>
          </a:xfrm>
          <a:prstGeom xmlns:a="http://schemas.openxmlformats.org/drawingml/2006/main" prst="roundRect">
            <a:avLst>
              <a:gd name="adj" fmla="val 16049"/>
            </a:avLst>
          </a:prstGeom>
          <a:solidFill xmlns:a="http://schemas.openxmlformats.org/drawingml/2006/main">
            <a:srgbClr val="FFFFFF"/>
          </a:solidFill>
          <a:ln xmlns:a="http://schemas.openxmlformats.org/drawingml/2006/main" w="12383">
            <a:solidFill>
              <a:srgbClr val="CBD7EA"/>
            </a:solidFill>
            <a:prstDash val="solid"/>
          </a:ln>
        </p:spPr>
      </p:sp>
      <p:sp>
        <p:nvSpPr>
          <p:cNvPr id="22" name="">
            <a:extLst xmlns:a="http://schemas.openxmlformats.org/drawingml/2006/main">
              <a:ext uri="{FF2B5EF4-FFF2-40B4-BE49-F238E27FC236}">
                <a16:creationId xmlns:a16="http://schemas.microsoft.com/office/drawing/2014/main" id="{806C4008-D8DD-4429-B472-5E28822082F7}"/>
              </a:ext>
            </a:extLst>
          </p:cNvPr>
          <p:cNvSpPr>
            <a:spLocks xmlns:a="http://schemas.openxmlformats.org/drawingml/2006/main" noGrp="1"/>
          </p:cNvSpPr>
          <p:nvPr/>
        </p:nvSpPr>
        <p:spPr>
          <a:xfrm xmlns:a="http://schemas.openxmlformats.org/drawingml/2006/main">
            <a:off x="5753100" y="2333625"/>
            <a:ext cx="23907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Vision OCR</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(Ollama)</a:t>
            </a:r>
          </a:p>
        </p:txBody>
      </p:sp>
      <p:sp>
        <p:nvSpPr>
          <p:cNvPr id="23" name="">
            <a:extLst xmlns:a="http://schemas.openxmlformats.org/drawingml/2006/main">
              <a:ext uri="{FF2B5EF4-FFF2-40B4-BE49-F238E27FC236}">
                <a16:creationId xmlns:a16="http://schemas.microsoft.com/office/drawing/2014/main" id="{D181AB60-0EB8-457F-AFF7-3301213AEDE1}"/>
              </a:ext>
            </a:extLst>
          </p:cNvPr>
          <p:cNvSpPr>
            <a:spLocks xmlns:a="http://schemas.openxmlformats.org/drawingml/2006/main" noGrp="1"/>
          </p:cNvSpPr>
          <p:nvPr/>
        </p:nvSpPr>
        <p:spPr>
          <a:xfrm xmlns:a="http://schemas.openxmlformats.org/drawingml/2006/main">
            <a:off x="5657850" y="3238500"/>
            <a:ext cx="2581275" cy="781050"/>
          </a:xfrm>
          <a:prstGeom xmlns:a="http://schemas.openxmlformats.org/drawingml/2006/main" prst="roundRect">
            <a:avLst>
              <a:gd name="adj" fmla="val 15854"/>
            </a:avLst>
          </a:prstGeom>
          <a:solidFill xmlns:a="http://schemas.openxmlformats.org/drawingml/2006/main">
            <a:srgbClr val="FFFFFF"/>
          </a:solidFill>
          <a:ln xmlns:a="http://schemas.openxmlformats.org/drawingml/2006/main" w="12383">
            <a:solidFill>
              <a:srgbClr val="CBD7EA"/>
            </a:solidFill>
            <a:prstDash val="solid"/>
          </a:ln>
        </p:spPr>
      </p:sp>
      <p:sp>
        <p:nvSpPr>
          <p:cNvPr id="24" name="">
            <a:extLst xmlns:a="http://schemas.openxmlformats.org/drawingml/2006/main">
              <a:ext uri="{FF2B5EF4-FFF2-40B4-BE49-F238E27FC236}">
                <a16:creationId xmlns:a16="http://schemas.microsoft.com/office/drawing/2014/main" id="{306107F0-0278-4C4A-9A6C-13000296130E}"/>
              </a:ext>
            </a:extLst>
          </p:cNvPr>
          <p:cNvSpPr>
            <a:spLocks xmlns:a="http://schemas.openxmlformats.org/drawingml/2006/main" noGrp="1"/>
          </p:cNvSpPr>
          <p:nvPr/>
        </p:nvSpPr>
        <p:spPr>
          <a:xfrm xmlns:a="http://schemas.openxmlformats.org/drawingml/2006/main">
            <a:off x="5753100" y="3295650"/>
            <a:ext cx="23907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구조화·검증</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(OpenAI · Pydantic)</a:t>
            </a:r>
          </a:p>
        </p:txBody>
      </p:sp>
      <p:sp>
        <p:nvSpPr>
          <p:cNvPr id="25" name="">
            <a:extLst xmlns:a="http://schemas.openxmlformats.org/drawingml/2006/main">
              <a:ext uri="{FF2B5EF4-FFF2-40B4-BE49-F238E27FC236}">
                <a16:creationId xmlns:a16="http://schemas.microsoft.com/office/drawing/2014/main" id="{2024D1CC-75B4-4771-B163-0FD63FDA09C1}"/>
              </a:ext>
            </a:extLst>
          </p:cNvPr>
          <p:cNvSpPr>
            <a:spLocks xmlns:a="http://schemas.openxmlformats.org/drawingml/2006/main" noGrp="1"/>
          </p:cNvSpPr>
          <p:nvPr/>
        </p:nvSpPr>
        <p:spPr>
          <a:xfrm xmlns:a="http://schemas.openxmlformats.org/drawingml/2006/main">
            <a:off x="5657850" y="4276725"/>
            <a:ext cx="2581275" cy="733425"/>
          </a:xfrm>
          <a:prstGeom xmlns:a="http://schemas.openxmlformats.org/drawingml/2006/main" prst="roundRect">
            <a:avLst>
              <a:gd name="adj" fmla="val 16883"/>
            </a:avLst>
          </a:prstGeom>
          <a:solidFill xmlns:a="http://schemas.openxmlformats.org/drawingml/2006/main">
            <a:srgbClr val="FFFFFF"/>
          </a:solidFill>
          <a:ln xmlns:a="http://schemas.openxmlformats.org/drawingml/2006/main" w="12383">
            <a:solidFill>
              <a:srgbClr val="CBD7EA"/>
            </a:solidFill>
            <a:prstDash val="solid"/>
          </a:ln>
        </p:spPr>
      </p:sp>
      <p:sp>
        <p:nvSpPr>
          <p:cNvPr id="26" name="">
            <a:extLst xmlns:a="http://schemas.openxmlformats.org/drawingml/2006/main">
              <a:ext uri="{FF2B5EF4-FFF2-40B4-BE49-F238E27FC236}">
                <a16:creationId xmlns:a16="http://schemas.microsoft.com/office/drawing/2014/main" id="{B23C4D60-B82D-4D43-B830-F307E25E4949}"/>
              </a:ext>
            </a:extLst>
          </p:cNvPr>
          <p:cNvSpPr>
            <a:spLocks xmlns:a="http://schemas.openxmlformats.org/drawingml/2006/main" noGrp="1"/>
          </p:cNvSpPr>
          <p:nvPr/>
        </p:nvSpPr>
        <p:spPr>
          <a:xfrm xmlns:a="http://schemas.openxmlformats.org/drawingml/2006/main">
            <a:off x="5753100" y="4333875"/>
            <a:ext cx="23907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조건 SQL / 의미 검색</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(SQLite / bge-m3)</a:t>
            </a:r>
          </a:p>
        </p:txBody>
      </p:sp>
      <p:sp>
        <p:nvSpPr>
          <p:cNvPr id="27" name="">
            <a:extLst xmlns:a="http://schemas.openxmlformats.org/drawingml/2006/main">
              <a:ext uri="{FF2B5EF4-FFF2-40B4-BE49-F238E27FC236}">
                <a16:creationId xmlns:a16="http://schemas.microsoft.com/office/drawing/2014/main" id="{59711AE9-B046-4CDC-B9EA-B8EB69303556}"/>
              </a:ext>
            </a:extLst>
          </p:cNvPr>
          <p:cNvSpPr>
            <a:spLocks xmlns:a="http://schemas.openxmlformats.org/drawingml/2006/main" noGrp="1"/>
          </p:cNvSpPr>
          <p:nvPr/>
        </p:nvSpPr>
        <p:spPr>
          <a:xfrm xmlns:a="http://schemas.openxmlformats.org/drawingml/2006/main">
            <a:off x="8848725" y="3228975"/>
            <a:ext cx="2562225" cy="847725"/>
          </a:xfrm>
          <a:prstGeom xmlns:a="http://schemas.openxmlformats.org/drawingml/2006/main" prst="roundRect">
            <a:avLst>
              <a:gd name="adj" fmla="val 14607"/>
            </a:avLst>
          </a:prstGeom>
          <a:solidFill xmlns:a="http://schemas.openxmlformats.org/drawingml/2006/main">
            <a:srgbClr val="FFFFFF"/>
          </a:solidFill>
          <a:ln xmlns:a="http://schemas.openxmlformats.org/drawingml/2006/main" w="12383">
            <a:solidFill>
              <a:srgbClr val="CBD7EA"/>
            </a:solidFill>
            <a:prstDash val="solid"/>
          </a:ln>
        </p:spPr>
      </p:sp>
      <p:sp>
        <p:nvSpPr>
          <p:cNvPr id="28" name="">
            <a:extLst xmlns:a="http://schemas.openxmlformats.org/drawingml/2006/main">
              <a:ext uri="{FF2B5EF4-FFF2-40B4-BE49-F238E27FC236}">
                <a16:creationId xmlns:a16="http://schemas.microsoft.com/office/drawing/2014/main" id="{656C52C8-2848-4EAA-82AA-3070FB58E167}"/>
              </a:ext>
            </a:extLst>
          </p:cNvPr>
          <p:cNvSpPr>
            <a:spLocks xmlns:a="http://schemas.openxmlformats.org/drawingml/2006/main" noGrp="1"/>
          </p:cNvSpPr>
          <p:nvPr/>
        </p:nvSpPr>
        <p:spPr>
          <a:xfrm xmlns:a="http://schemas.openxmlformats.org/drawingml/2006/main">
            <a:off x="8943975" y="3286125"/>
            <a:ext cx="23717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SQLite</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공지·일정·임베딩</a:t>
            </a:r>
          </a:p>
        </p:txBody>
      </p:sp>
      <p:sp>
        <p:nvSpPr>
          <p:cNvPr id="29" name="">
            <a:extLst xmlns:a="http://schemas.openxmlformats.org/drawingml/2006/main">
              <a:ext uri="{FF2B5EF4-FFF2-40B4-BE49-F238E27FC236}">
                <a16:creationId xmlns:a16="http://schemas.microsoft.com/office/drawing/2014/main" id="{D15313FC-F789-4B08-A461-D31A5F7CF05C}"/>
              </a:ext>
            </a:extLst>
          </p:cNvPr>
          <p:cNvSpPr>
            <a:spLocks xmlns:a="http://schemas.openxmlformats.org/drawingml/2006/main" noGrp="1"/>
          </p:cNvSpPr>
          <p:nvPr/>
        </p:nvSpPr>
        <p:spPr>
          <a:xfrm xmlns:a="http://schemas.openxmlformats.org/drawingml/2006/main">
            <a:off x="8848725" y="4295775"/>
            <a:ext cx="2562225" cy="74295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2383">
            <a:solidFill>
              <a:srgbClr val="CBD7EA"/>
            </a:solidFill>
            <a:prstDash val="solid"/>
          </a:ln>
        </p:spPr>
      </p:sp>
      <p:sp>
        <p:nvSpPr>
          <p:cNvPr id="30" name="">
            <a:extLst xmlns:a="http://schemas.openxmlformats.org/drawingml/2006/main">
              <a:ext uri="{FF2B5EF4-FFF2-40B4-BE49-F238E27FC236}">
                <a16:creationId xmlns:a16="http://schemas.microsoft.com/office/drawing/2014/main" id="{72856295-44B9-417D-886B-5D3245C69177}"/>
              </a:ext>
            </a:extLst>
          </p:cNvPr>
          <p:cNvSpPr>
            <a:spLocks xmlns:a="http://schemas.openxmlformats.org/drawingml/2006/main" noGrp="1"/>
          </p:cNvSpPr>
          <p:nvPr/>
        </p:nvSpPr>
        <p:spPr>
          <a:xfrm xmlns:a="http://schemas.openxmlformats.org/drawingml/2006/main">
            <a:off x="8943975" y="4352925"/>
            <a:ext cx="2371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D2C45"/>
                </a:solidFill>
                <a:latin typeface="NanumGothic"/>
                <a:ea typeface="NanumGothic"/>
                <a:cs typeface="NanumGothic"/>
              </a:defRPr>
            </a:defPPr>
            <a:lvl1pPr algn="ctr">
              <a:defRPr sz="1500" b="1">
                <a:solidFill>
                  <a:srgbClr val="1D2C45"/>
                </a:solidFill>
                <a:latin typeface="NanumGothic"/>
                <a:ea typeface="NanumGothic"/>
                <a:cs typeface="NanumGothic"/>
              </a:defRPr>
            </a:lvl1pPr>
            <a:lvl2pPr algn="ctr">
              <a:defRPr sz="1500" b="1">
                <a:solidFill>
                  <a:srgbClr val="1D2C45"/>
                </a:solidFill>
                <a:latin typeface="NanumGothic"/>
                <a:ea typeface="NanumGothic"/>
                <a:cs typeface="NanumGothic"/>
              </a:defRPr>
            </a:lvl2pPr>
            <a:lvl3pPr algn="ctr">
              <a:defRPr sz="1500" b="1">
                <a:solidFill>
                  <a:srgbClr val="1D2C45"/>
                </a:solidFill>
                <a:latin typeface="NanumGothic"/>
                <a:ea typeface="NanumGothic"/>
                <a:cs typeface="NanumGothic"/>
              </a:defRPr>
            </a:lvl3pPr>
            <a:lvl4pPr algn="ctr">
              <a:defRPr sz="1500" b="1">
                <a:solidFill>
                  <a:srgbClr val="1D2C45"/>
                </a:solidFill>
                <a:latin typeface="NanumGothic"/>
                <a:ea typeface="NanumGothic"/>
                <a:cs typeface="NanumGothic"/>
              </a:defRPr>
            </a:lvl4pPr>
            <a:lvl5pPr algn="ctr">
              <a:defRPr sz="1500" b="1">
                <a:solidFill>
                  <a:srgbClr val="1D2C45"/>
                </a:solidFill>
                <a:latin typeface="NanumGothic"/>
                <a:ea typeface="NanumGothic"/>
                <a:cs typeface="NanumGothic"/>
              </a:defRPr>
            </a:lvl5pPr>
            <a:lvl6pPr algn="ctr">
              <a:defRPr sz="1500" b="1">
                <a:solidFill>
                  <a:srgbClr val="1D2C45"/>
                </a:solidFill>
                <a:latin typeface="NanumGothic"/>
                <a:ea typeface="NanumGothic"/>
                <a:cs typeface="NanumGothic"/>
              </a:defRPr>
            </a:lvl6pPr>
            <a:lvl7pPr algn="ctr">
              <a:defRPr sz="1500" b="1">
                <a:solidFill>
                  <a:srgbClr val="1D2C45"/>
                </a:solidFill>
                <a:latin typeface="NanumGothic"/>
                <a:ea typeface="NanumGothic"/>
                <a:cs typeface="NanumGothic"/>
              </a:defRPr>
            </a:lvl7pPr>
            <a:lvl8pPr algn="ctr">
              <a:defRPr sz="1500" b="1">
                <a:solidFill>
                  <a:srgbClr val="1D2C45"/>
                </a:solidFill>
                <a:latin typeface="NanumGothic"/>
                <a:ea typeface="NanumGothic"/>
                <a:cs typeface="NanumGothic"/>
              </a:defRPr>
            </a:lvl8pPr>
            <a:lvl9pPr algn="ctr">
              <a:defRPr sz="1500" b="1">
                <a:solidFill>
                  <a:srgbClr val="1D2C45"/>
                </a:solidFill>
                <a:latin typeface="NanumGothic"/>
                <a:ea typeface="NanumGothic"/>
                <a:cs typeface="NanumGothic"/>
              </a:defRPr>
            </a:lvl9pPr>
          </a:lstStyle>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상세·검색 결과</a:t>
            </a:r>
          </a:p>
          <a:p xmlns:a="http://schemas.openxmlformats.org/drawingml/2006/main">
            <a:pPr algn="ctr">
              <a:defRPr sz="1500" b="1">
                <a:solidFill>
                  <a:srgbClr val="1D2C45"/>
                </a:solidFill>
                <a:latin typeface="NanumGothic"/>
                <a:ea typeface="NanumGothic"/>
                <a:cs typeface="NanumGothic"/>
              </a:defRPr>
            </a:pPr>
            <a:r>
              <a:rPr sz="1500" b="1">
                <a:solidFill>
                  <a:srgbClr val="1D2C45"/>
                </a:solidFill>
                <a:latin typeface="NanumGothic"/>
                <a:ea typeface="NanumGothic"/>
                <a:cs typeface="NanumGothic"/>
              </a:rPr>
              <a:t>월간 달력</a:t>
            </a:r>
          </a:p>
        </p:txBody>
      </p:sp>
      <p:sp>
        <p:nvSpPr>
          <p:cNvPr id="31" name="">
            <a:extLst xmlns:a="http://schemas.openxmlformats.org/drawingml/2006/main">
              <a:ext uri="{FF2B5EF4-FFF2-40B4-BE49-F238E27FC236}">
                <a16:creationId xmlns:a16="http://schemas.microsoft.com/office/drawing/2014/main" id="{BC298B02-5E33-4CFF-B177-BE2C1E7BC718}"/>
              </a:ext>
            </a:extLst>
          </p:cNvPr>
          <p:cNvSpPr>
            <a:spLocks xmlns:a="http://schemas.openxmlformats.org/drawingml/2006/main" noGrp="1"/>
          </p:cNvSpPr>
          <p:nvPr/>
        </p:nvSpPr>
        <p:spPr>
          <a:xfrm xmlns:a="http://schemas.openxmlformats.org/drawingml/2006/main">
            <a:off x="2524125"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2" name="">
            <a:extLst xmlns:a="http://schemas.openxmlformats.org/drawingml/2006/main">
              <a:ext uri="{FF2B5EF4-FFF2-40B4-BE49-F238E27FC236}">
                <a16:creationId xmlns:a16="http://schemas.microsoft.com/office/drawing/2014/main" id="{60AD8422-2724-4A83-A5F0-88A3F3B92892}"/>
              </a:ext>
            </a:extLst>
          </p:cNvPr>
          <p:cNvSpPr>
            <a:spLocks xmlns:a="http://schemas.openxmlformats.org/drawingml/2006/main" noGrp="1"/>
          </p:cNvSpPr>
          <p:nvPr/>
        </p:nvSpPr>
        <p:spPr>
          <a:xfrm xmlns:a="http://schemas.openxmlformats.org/drawingml/2006/main">
            <a:off x="5133975"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3" name="">
            <a:extLst xmlns:a="http://schemas.openxmlformats.org/drawingml/2006/main">
              <a:ext uri="{FF2B5EF4-FFF2-40B4-BE49-F238E27FC236}">
                <a16:creationId xmlns:a16="http://schemas.microsoft.com/office/drawing/2014/main" id="{BC5BD207-FF44-48F6-9954-B17325EC6D91}"/>
              </a:ext>
            </a:extLst>
          </p:cNvPr>
          <p:cNvSpPr>
            <a:spLocks xmlns:a="http://schemas.openxmlformats.org/drawingml/2006/main" noGrp="1"/>
          </p:cNvSpPr>
          <p:nvPr/>
        </p:nvSpPr>
        <p:spPr>
          <a:xfrm xmlns:a="http://schemas.openxmlformats.org/drawingml/2006/main">
            <a:off x="5133975" y="356235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4" name="">
            <a:extLst xmlns:a="http://schemas.openxmlformats.org/drawingml/2006/main">
              <a:ext uri="{FF2B5EF4-FFF2-40B4-BE49-F238E27FC236}">
                <a16:creationId xmlns:a16="http://schemas.microsoft.com/office/drawing/2014/main" id="{F91F1190-469D-41D2-AA8E-63B2B241FEB4}"/>
              </a:ext>
            </a:extLst>
          </p:cNvPr>
          <p:cNvSpPr>
            <a:spLocks xmlns:a="http://schemas.openxmlformats.org/drawingml/2006/main" noGrp="1"/>
          </p:cNvSpPr>
          <p:nvPr/>
        </p:nvSpPr>
        <p:spPr>
          <a:xfrm xmlns:a="http://schemas.openxmlformats.org/drawingml/2006/main">
            <a:off x="8258175" y="353377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5" name="">
            <a:extLst xmlns:a="http://schemas.openxmlformats.org/drawingml/2006/main">
              <a:ext uri="{FF2B5EF4-FFF2-40B4-BE49-F238E27FC236}">
                <a16:creationId xmlns:a16="http://schemas.microsoft.com/office/drawing/2014/main" id="{EC1AF5ED-79BE-4928-9103-BCB6ECD09465}"/>
              </a:ext>
            </a:extLst>
          </p:cNvPr>
          <p:cNvSpPr>
            <a:spLocks xmlns:a="http://schemas.openxmlformats.org/drawingml/2006/main" noGrp="1"/>
          </p:cNvSpPr>
          <p:nvPr/>
        </p:nvSpPr>
        <p:spPr>
          <a:xfrm xmlns:a="http://schemas.openxmlformats.org/drawingml/2006/main">
            <a:off x="8258175" y="44291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6" name="">
            <a:extLst xmlns:a="http://schemas.openxmlformats.org/drawingml/2006/main">
              <a:ext uri="{FF2B5EF4-FFF2-40B4-BE49-F238E27FC236}">
                <a16:creationId xmlns:a16="http://schemas.microsoft.com/office/drawing/2014/main" id="{49A73E27-87FA-4CD9-A25D-06367E9413AE}"/>
              </a:ext>
            </a:extLst>
          </p:cNvPr>
          <p:cNvSpPr>
            <a:spLocks xmlns:a="http://schemas.openxmlformats.org/drawingml/2006/main" noGrp="1"/>
          </p:cNvSpPr>
          <p:nvPr/>
        </p:nvSpPr>
        <p:spPr>
          <a:xfrm xmlns:a="http://schemas.openxmlformats.org/drawingml/2006/main">
            <a:off x="3914775" y="306705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7" name="">
            <a:extLst xmlns:a="http://schemas.openxmlformats.org/drawingml/2006/main">
              <a:ext uri="{FF2B5EF4-FFF2-40B4-BE49-F238E27FC236}">
                <a16:creationId xmlns:a16="http://schemas.microsoft.com/office/drawing/2014/main" id="{57108406-7768-4881-A716-B64A291C7204}"/>
              </a:ext>
            </a:extLst>
          </p:cNvPr>
          <p:cNvSpPr>
            <a:spLocks xmlns:a="http://schemas.openxmlformats.org/drawingml/2006/main" noGrp="1"/>
          </p:cNvSpPr>
          <p:nvPr/>
        </p:nvSpPr>
        <p:spPr>
          <a:xfrm xmlns:a="http://schemas.openxmlformats.org/drawingml/2006/main">
            <a:off x="6800850" y="30575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8" name="">
            <a:extLst xmlns:a="http://schemas.openxmlformats.org/drawingml/2006/main">
              <a:ext uri="{FF2B5EF4-FFF2-40B4-BE49-F238E27FC236}">
                <a16:creationId xmlns:a16="http://schemas.microsoft.com/office/drawing/2014/main" id="{301A0B51-C9B5-43AB-B8D2-F66108ADE654}"/>
              </a:ext>
            </a:extLst>
          </p:cNvPr>
          <p:cNvSpPr>
            <a:spLocks xmlns:a="http://schemas.openxmlformats.org/drawingml/2006/main" noGrp="1"/>
          </p:cNvSpPr>
          <p:nvPr/>
        </p:nvSpPr>
        <p:spPr>
          <a:xfrm xmlns:a="http://schemas.openxmlformats.org/drawingml/2006/main">
            <a:off x="10096500" y="40100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2762D9"/>
                </a:solidFill>
                <a:latin typeface="NanumGothic"/>
                <a:ea typeface="NanumGothic"/>
                <a:cs typeface="NanumGothic"/>
              </a:defRPr>
            </a:defPPr>
            <a:lvl1pPr algn="ctr">
              <a:defRPr sz="2175" b="1">
                <a:solidFill>
                  <a:srgbClr val="2762D9"/>
                </a:solidFill>
                <a:latin typeface="NanumGothic"/>
                <a:ea typeface="NanumGothic"/>
                <a:cs typeface="NanumGothic"/>
              </a:defRPr>
            </a:lvl1pPr>
            <a:lvl2pPr algn="ctr">
              <a:defRPr sz="2175" b="1">
                <a:solidFill>
                  <a:srgbClr val="2762D9"/>
                </a:solidFill>
                <a:latin typeface="NanumGothic"/>
                <a:ea typeface="NanumGothic"/>
                <a:cs typeface="NanumGothic"/>
              </a:defRPr>
            </a:lvl2pPr>
            <a:lvl3pPr algn="ctr">
              <a:defRPr sz="2175" b="1">
                <a:solidFill>
                  <a:srgbClr val="2762D9"/>
                </a:solidFill>
                <a:latin typeface="NanumGothic"/>
                <a:ea typeface="NanumGothic"/>
                <a:cs typeface="NanumGothic"/>
              </a:defRPr>
            </a:lvl3pPr>
            <a:lvl4pPr algn="ctr">
              <a:defRPr sz="2175" b="1">
                <a:solidFill>
                  <a:srgbClr val="2762D9"/>
                </a:solidFill>
                <a:latin typeface="NanumGothic"/>
                <a:ea typeface="NanumGothic"/>
                <a:cs typeface="NanumGothic"/>
              </a:defRPr>
            </a:lvl4pPr>
            <a:lvl5pPr algn="ctr">
              <a:defRPr sz="2175" b="1">
                <a:solidFill>
                  <a:srgbClr val="2762D9"/>
                </a:solidFill>
                <a:latin typeface="NanumGothic"/>
                <a:ea typeface="NanumGothic"/>
                <a:cs typeface="NanumGothic"/>
              </a:defRPr>
            </a:lvl5pPr>
            <a:lvl6pPr algn="ctr">
              <a:defRPr sz="2175" b="1">
                <a:solidFill>
                  <a:srgbClr val="2762D9"/>
                </a:solidFill>
                <a:latin typeface="NanumGothic"/>
                <a:ea typeface="NanumGothic"/>
                <a:cs typeface="NanumGothic"/>
              </a:defRPr>
            </a:lvl6pPr>
            <a:lvl7pPr algn="ctr">
              <a:defRPr sz="2175" b="1">
                <a:solidFill>
                  <a:srgbClr val="2762D9"/>
                </a:solidFill>
                <a:latin typeface="NanumGothic"/>
                <a:ea typeface="NanumGothic"/>
                <a:cs typeface="NanumGothic"/>
              </a:defRPr>
            </a:lvl7pPr>
            <a:lvl8pPr algn="ctr">
              <a:defRPr sz="2175" b="1">
                <a:solidFill>
                  <a:srgbClr val="2762D9"/>
                </a:solidFill>
                <a:latin typeface="NanumGothic"/>
                <a:ea typeface="NanumGothic"/>
                <a:cs typeface="NanumGothic"/>
              </a:defRPr>
            </a:lvl8pPr>
            <a:lvl9pPr algn="ctr">
              <a:defRPr sz="2175" b="1">
                <a:solidFill>
                  <a:srgbClr val="2762D9"/>
                </a:solidFill>
                <a:latin typeface="NanumGothic"/>
                <a:ea typeface="NanumGothic"/>
                <a:cs typeface="NanumGothic"/>
              </a:defRPr>
            </a:lvl9pPr>
          </a:lstStyle>
          <a:p xmlns:a="http://schemas.openxmlformats.org/drawingml/2006/main">
            <a:pPr algn="ctr">
              <a:defRPr sz="2175" b="1">
                <a:solidFill>
                  <a:srgbClr val="2762D9"/>
                </a:solidFill>
                <a:latin typeface="NanumGothic"/>
                <a:ea typeface="NanumGothic"/>
                <a:cs typeface="NanumGothic"/>
              </a:defRPr>
            </a:pPr>
            <a:r>
              <a:rPr sz="2175" b="1">
                <a:solidFill>
                  <a:srgbClr val="2762D9"/>
                </a:solidFill>
                <a:latin typeface="NanumGothic"/>
                <a:ea typeface="NanumGothic"/>
                <a:cs typeface="NanumGothic"/>
              </a:rPr>
              <a:t>↓</a:t>
            </a:r>
          </a:p>
        </p:txBody>
      </p:sp>
      <p:sp>
        <p:nvSpPr>
          <p:cNvPr id="39" name="">
            <a:extLst xmlns:a="http://schemas.openxmlformats.org/drawingml/2006/main">
              <a:ext uri="{FF2B5EF4-FFF2-40B4-BE49-F238E27FC236}">
                <a16:creationId xmlns:a16="http://schemas.microsoft.com/office/drawing/2014/main" id="{0B75A63F-7D16-43C7-82FF-B288010CEF23}"/>
              </a:ext>
            </a:extLst>
          </p:cNvPr>
          <p:cNvSpPr>
            <a:spLocks xmlns:a="http://schemas.openxmlformats.org/drawingml/2006/main" noGrp="1"/>
          </p:cNvSpPr>
          <p:nvPr/>
        </p:nvSpPr>
        <p:spPr>
          <a:xfrm xmlns:a="http://schemas.openxmlformats.org/drawingml/2006/main">
            <a:off x="647700" y="5581650"/>
            <a:ext cx="1071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3748D"/>
                </a:solidFill>
                <a:latin typeface="NanumGothic"/>
                <a:ea typeface="NanumGothic"/>
                <a:cs typeface="NanumGothic"/>
              </a:defRPr>
            </a:defPPr>
            <a:lvl1pPr algn="l">
              <a:defRPr sz="1350" b="0">
                <a:solidFill>
                  <a:srgbClr val="63748D"/>
                </a:solidFill>
                <a:latin typeface="NanumGothic"/>
                <a:ea typeface="NanumGothic"/>
                <a:cs typeface="NanumGothic"/>
              </a:defRPr>
            </a:lvl1pPr>
            <a:lvl2pPr algn="l">
              <a:defRPr sz="1350" b="0">
                <a:solidFill>
                  <a:srgbClr val="63748D"/>
                </a:solidFill>
                <a:latin typeface="NanumGothic"/>
                <a:ea typeface="NanumGothic"/>
                <a:cs typeface="NanumGothic"/>
              </a:defRPr>
            </a:lvl2pPr>
            <a:lvl3pPr algn="l">
              <a:defRPr sz="1350" b="0">
                <a:solidFill>
                  <a:srgbClr val="63748D"/>
                </a:solidFill>
                <a:latin typeface="NanumGothic"/>
                <a:ea typeface="NanumGothic"/>
                <a:cs typeface="NanumGothic"/>
              </a:defRPr>
            </a:lvl3pPr>
            <a:lvl4pPr algn="l">
              <a:defRPr sz="1350" b="0">
                <a:solidFill>
                  <a:srgbClr val="63748D"/>
                </a:solidFill>
                <a:latin typeface="NanumGothic"/>
                <a:ea typeface="NanumGothic"/>
                <a:cs typeface="NanumGothic"/>
              </a:defRPr>
            </a:lvl4pPr>
            <a:lvl5pPr algn="l">
              <a:defRPr sz="1350" b="0">
                <a:solidFill>
                  <a:srgbClr val="63748D"/>
                </a:solidFill>
                <a:latin typeface="NanumGothic"/>
                <a:ea typeface="NanumGothic"/>
                <a:cs typeface="NanumGothic"/>
              </a:defRPr>
            </a:lvl5pPr>
            <a:lvl6pPr algn="l">
              <a:defRPr sz="1350" b="0">
                <a:solidFill>
                  <a:srgbClr val="63748D"/>
                </a:solidFill>
                <a:latin typeface="NanumGothic"/>
                <a:ea typeface="NanumGothic"/>
                <a:cs typeface="NanumGothic"/>
              </a:defRPr>
            </a:lvl6pPr>
            <a:lvl7pPr algn="l">
              <a:defRPr sz="1350" b="0">
                <a:solidFill>
                  <a:srgbClr val="63748D"/>
                </a:solidFill>
                <a:latin typeface="NanumGothic"/>
                <a:ea typeface="NanumGothic"/>
                <a:cs typeface="NanumGothic"/>
              </a:defRPr>
            </a:lvl7pPr>
            <a:lvl8pPr algn="l">
              <a:defRPr sz="1350" b="0">
                <a:solidFill>
                  <a:srgbClr val="63748D"/>
                </a:solidFill>
                <a:latin typeface="NanumGothic"/>
                <a:ea typeface="NanumGothic"/>
                <a:cs typeface="NanumGothic"/>
              </a:defRPr>
            </a:lvl8pPr>
            <a:lvl9pPr algn="l">
              <a:defRPr sz="1350" b="0">
                <a:solidFill>
                  <a:srgbClr val="63748D"/>
                </a:solidFill>
                <a:latin typeface="NanumGothic"/>
                <a:ea typeface="NanumGothic"/>
                <a:cs typeface="NanumGothic"/>
              </a:defRPr>
            </a:lvl9pPr>
          </a:lstStyle>
          <a:p xmlns:a="http://schemas.openxmlformats.org/drawingml/2006/main">
            <a:pPr algn="l">
              <a:defRPr sz="1350" b="0">
                <a:solidFill>
                  <a:srgbClr val="63748D"/>
                </a:solidFill>
                <a:latin typeface="NanumGothic"/>
                <a:ea typeface="NanumGothic"/>
                <a:cs typeface="NanumGothic"/>
              </a:defRPr>
            </a:pPr>
            <a:r>
              <a:rPr sz="1350" b="0">
                <a:solidFill>
                  <a:srgbClr val="63748D"/>
                </a:solidFill>
                <a:latin typeface="NanumGothic"/>
                <a:ea typeface="NanumGothic"/>
                <a:cs typeface="NanumGothic"/>
              </a:rPr>
              <a:t>기술 포인트  ·  날짜는 YYYY-MM-DD로 정규화  ·  저장 전 사람이 수정  ·  검색 답변에 근거 표시</a:t>
            </a:r>
          </a:p>
        </p:txBody>
      </p:sp>
    </p:spTree>
    <p:extLst>
      <p:ext uri="{BB962C8B-B14F-4D97-AF65-F5344CB8AC3E}">
        <p14:creationId xmlns:p14="http://schemas.microsoft.com/office/powerpoint/2010/main" val="14555467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DB29EB5-E8C6-4FCB-95E2-FEC77852675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8A0F1B-DE87-4F2D-BCE8-0F7F33BB0535}"/>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03  직접 캡처를 넣을 슬라이드</a:t>
            </a:r>
          </a:p>
        </p:txBody>
      </p:sp>
      <p:sp>
        <p:nvSpPr>
          <p:cNvPr id="3" name="">
            <a:extLst xmlns:a="http://schemas.openxmlformats.org/drawingml/2006/main">
              <a:ext uri="{FF2B5EF4-FFF2-40B4-BE49-F238E27FC236}">
                <a16:creationId xmlns:a16="http://schemas.microsoft.com/office/drawing/2014/main" id="{80779B40-04C9-4034-A0B1-120693D6759B}"/>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실행 화면: 등록 → 검색 → 달력</a:t>
            </a:r>
          </a:p>
        </p:txBody>
      </p:sp>
      <p:sp>
        <p:nvSpPr>
          <p:cNvPr id="4" name="">
            <a:extLst xmlns:a="http://schemas.openxmlformats.org/drawingml/2006/main">
              <a:ext uri="{FF2B5EF4-FFF2-40B4-BE49-F238E27FC236}">
                <a16:creationId xmlns:a16="http://schemas.microsoft.com/office/drawing/2014/main" id="{33D5B4D2-7E45-4F12-A9E3-704DC91A5F94}"/>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933C67-A850-4FC3-9CA3-7EE0ACB303FF}"/>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71B5E98F-C73C-4BC9-A74A-076CDCC82EE9}"/>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4/6  ·  60초</a:t>
            </a:r>
          </a:p>
        </p:txBody>
      </p:sp>
      <p:sp>
        <p:nvSpPr>
          <p:cNvPr id="7" name="">
            <a:extLst xmlns:a="http://schemas.openxmlformats.org/drawingml/2006/main">
              <a:ext uri="{FF2B5EF4-FFF2-40B4-BE49-F238E27FC236}">
                <a16:creationId xmlns:a16="http://schemas.microsoft.com/office/drawing/2014/main" id="{E4C6780F-461A-45B6-B173-E50CB5C88D99}"/>
              </a:ext>
            </a:extLst>
          </p:cNvPr>
          <p:cNvSpPr>
            <a:spLocks xmlns:a="http://schemas.openxmlformats.org/drawingml/2006/main" noGrp="1"/>
          </p:cNvSpPr>
          <p:nvPr/>
        </p:nvSpPr>
        <p:spPr>
          <a:xfrm xmlns:a="http://schemas.openxmlformats.org/drawingml/2006/main">
            <a:off x="609600" y="1657350"/>
            <a:ext cx="3486150" cy="3848100"/>
          </a:xfrm>
          <a:prstGeom xmlns:a="http://schemas.openxmlformats.org/drawingml/2006/main" prst="roundRect">
            <a:avLst>
              <a:gd name="adj" fmla="val 4645"/>
            </a:avLst>
          </a:prstGeom>
          <a:solidFill xmlns:a="http://schemas.openxmlformats.org/drawingml/2006/main">
            <a:srgbClr val="FFFFFF"/>
          </a:solidFill>
          <a:ln xmlns:a="http://schemas.openxmlformats.org/drawingml/2006/main" w="12383">
            <a:solidFill>
              <a:srgbClr val="CBD7EA"/>
            </a:solidFill>
            <a:prstDash val="solid"/>
          </a:ln>
        </p:spPr>
      </p:sp>
      <p:sp>
        <p:nvSpPr>
          <p:cNvPr id="8" name="">
            <a:extLst xmlns:a="http://schemas.openxmlformats.org/drawingml/2006/main">
              <a:ext uri="{FF2B5EF4-FFF2-40B4-BE49-F238E27FC236}">
                <a16:creationId xmlns:a16="http://schemas.microsoft.com/office/drawing/2014/main" id="{9C09C989-1D83-4414-B355-15048B3246C5}"/>
              </a:ext>
            </a:extLst>
          </p:cNvPr>
          <p:cNvSpPr>
            <a:spLocks xmlns:a="http://schemas.openxmlformats.org/drawingml/2006/main" noGrp="1"/>
          </p:cNvSpPr>
          <p:nvPr/>
        </p:nvSpPr>
        <p:spPr>
          <a:xfrm xmlns:a="http://schemas.openxmlformats.org/drawingml/2006/main">
            <a:off x="781050" y="18192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B4E"/>
                </a:solidFill>
                <a:latin typeface="NanumGothic"/>
                <a:ea typeface="NanumGothic"/>
                <a:cs typeface="NanumGothic"/>
              </a:defRPr>
            </a:defPPr>
            <a:lvl1pPr algn="l">
              <a:defRPr sz="1650" b="1">
                <a:solidFill>
                  <a:srgbClr val="142B4E"/>
                </a:solidFill>
                <a:latin typeface="NanumGothic"/>
                <a:ea typeface="NanumGothic"/>
                <a:cs typeface="NanumGothic"/>
              </a:defRPr>
            </a:lvl1pPr>
            <a:lvl2pPr algn="l">
              <a:defRPr sz="1650" b="1">
                <a:solidFill>
                  <a:srgbClr val="142B4E"/>
                </a:solidFill>
                <a:latin typeface="NanumGothic"/>
                <a:ea typeface="NanumGothic"/>
                <a:cs typeface="NanumGothic"/>
              </a:defRPr>
            </a:lvl2pPr>
            <a:lvl3pPr algn="l">
              <a:defRPr sz="1650" b="1">
                <a:solidFill>
                  <a:srgbClr val="142B4E"/>
                </a:solidFill>
                <a:latin typeface="NanumGothic"/>
                <a:ea typeface="NanumGothic"/>
                <a:cs typeface="NanumGothic"/>
              </a:defRPr>
            </a:lvl3pPr>
            <a:lvl4pPr algn="l">
              <a:defRPr sz="1650" b="1">
                <a:solidFill>
                  <a:srgbClr val="142B4E"/>
                </a:solidFill>
                <a:latin typeface="NanumGothic"/>
                <a:ea typeface="NanumGothic"/>
                <a:cs typeface="NanumGothic"/>
              </a:defRPr>
            </a:lvl4pPr>
            <a:lvl5pPr algn="l">
              <a:defRPr sz="1650" b="1">
                <a:solidFill>
                  <a:srgbClr val="142B4E"/>
                </a:solidFill>
                <a:latin typeface="NanumGothic"/>
                <a:ea typeface="NanumGothic"/>
                <a:cs typeface="NanumGothic"/>
              </a:defRPr>
            </a:lvl5pPr>
            <a:lvl6pPr algn="l">
              <a:defRPr sz="1650" b="1">
                <a:solidFill>
                  <a:srgbClr val="142B4E"/>
                </a:solidFill>
                <a:latin typeface="NanumGothic"/>
                <a:ea typeface="NanumGothic"/>
                <a:cs typeface="NanumGothic"/>
              </a:defRPr>
            </a:lvl6pPr>
            <a:lvl7pPr algn="l">
              <a:defRPr sz="1650" b="1">
                <a:solidFill>
                  <a:srgbClr val="142B4E"/>
                </a:solidFill>
                <a:latin typeface="NanumGothic"/>
                <a:ea typeface="NanumGothic"/>
                <a:cs typeface="NanumGothic"/>
              </a:defRPr>
            </a:lvl7pPr>
            <a:lvl8pPr algn="l">
              <a:defRPr sz="1650" b="1">
                <a:solidFill>
                  <a:srgbClr val="142B4E"/>
                </a:solidFill>
                <a:latin typeface="NanumGothic"/>
                <a:ea typeface="NanumGothic"/>
                <a:cs typeface="NanumGothic"/>
              </a:defRPr>
            </a:lvl8pPr>
            <a:lvl9pPr algn="l">
              <a:defRPr sz="1650" b="1">
                <a:solidFill>
                  <a:srgbClr val="142B4E"/>
                </a:solidFill>
                <a:latin typeface="NanumGothic"/>
                <a:ea typeface="NanumGothic"/>
                <a:cs typeface="NanumGothic"/>
              </a:defRPr>
            </a:lvl9pPr>
          </a:lstStyle>
          <a:p xmlns:a="http://schemas.openxmlformats.org/drawingml/2006/main">
            <a:pPr algn="l">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① 이미지 등록·수정</a:t>
            </a:r>
          </a:p>
        </p:txBody>
      </p:sp>
      <p:sp>
        <p:nvSpPr>
          <p:cNvPr id="9" name="">
            <a:extLst xmlns:a="http://schemas.openxmlformats.org/drawingml/2006/main">
              <a:ext uri="{FF2B5EF4-FFF2-40B4-BE49-F238E27FC236}">
                <a16:creationId xmlns:a16="http://schemas.microsoft.com/office/drawing/2014/main" id="{CB54285E-D953-4945-92FE-0243A08B0FB1}"/>
              </a:ext>
            </a:extLst>
          </p:cNvPr>
          <p:cNvSpPr>
            <a:spLocks xmlns:a="http://schemas.openxmlformats.org/drawingml/2006/main" noGrp="1"/>
          </p:cNvSpPr>
          <p:nvPr/>
        </p:nvSpPr>
        <p:spPr>
          <a:xfrm xmlns:a="http://schemas.openxmlformats.org/drawingml/2006/main">
            <a:off x="781050" y="2343150"/>
            <a:ext cx="3143250" cy="2333625"/>
          </a:xfrm>
          <a:prstGeom xmlns:a="http://schemas.openxmlformats.org/drawingml/2006/main" prst="roundRect">
            <a:avLst>
              <a:gd name="adj" fmla="val 4082"/>
            </a:avLst>
          </a:prstGeom>
          <a:solidFill xmlns:a="http://schemas.openxmlformats.org/drawingml/2006/main">
            <a:srgbClr val="F7F9FC"/>
          </a:solidFill>
          <a:ln xmlns:a="http://schemas.openxmlformats.org/drawingml/2006/main" w="12383">
            <a:solidFill>
              <a:srgbClr val="CBD7EA"/>
            </a:solidFill>
            <a:prstDash val="solid"/>
          </a:ln>
        </p:spPr>
      </p:sp>
      <p:sp>
        <p:nvSpPr>
          <p:cNvPr id="10" name="">
            <a:extLst xmlns:a="http://schemas.openxmlformats.org/drawingml/2006/main">
              <a:ext uri="{FF2B5EF4-FFF2-40B4-BE49-F238E27FC236}">
                <a16:creationId xmlns:a16="http://schemas.microsoft.com/office/drawing/2014/main" id="{6CC6DEFF-9236-44EC-AC58-69EACDEBA02D}"/>
              </a:ext>
            </a:extLst>
          </p:cNvPr>
          <p:cNvSpPr>
            <a:spLocks xmlns:a="http://schemas.openxmlformats.org/drawingml/2006/main" noGrp="1"/>
          </p:cNvSpPr>
          <p:nvPr/>
        </p:nvSpPr>
        <p:spPr>
          <a:xfrm xmlns:a="http://schemas.openxmlformats.org/drawingml/2006/main">
            <a:off x="933450" y="314325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63748D"/>
                </a:solidFill>
                <a:latin typeface="NanumGothic"/>
                <a:ea typeface="NanumGothic"/>
                <a:cs typeface="NanumGothic"/>
              </a:defRPr>
            </a:defPPr>
            <a:lvl1pPr algn="ctr">
              <a:defRPr sz="1575" b="1">
                <a:solidFill>
                  <a:srgbClr val="63748D"/>
                </a:solidFill>
                <a:latin typeface="NanumGothic"/>
                <a:ea typeface="NanumGothic"/>
                <a:cs typeface="NanumGothic"/>
              </a:defRPr>
            </a:lvl1pPr>
            <a:lvl2pPr algn="ctr">
              <a:defRPr sz="1575" b="1">
                <a:solidFill>
                  <a:srgbClr val="63748D"/>
                </a:solidFill>
                <a:latin typeface="NanumGothic"/>
                <a:ea typeface="NanumGothic"/>
                <a:cs typeface="NanumGothic"/>
              </a:defRPr>
            </a:lvl2pPr>
            <a:lvl3pPr algn="ctr">
              <a:defRPr sz="1575" b="1">
                <a:solidFill>
                  <a:srgbClr val="63748D"/>
                </a:solidFill>
                <a:latin typeface="NanumGothic"/>
                <a:ea typeface="NanumGothic"/>
                <a:cs typeface="NanumGothic"/>
              </a:defRPr>
            </a:lvl3pPr>
            <a:lvl4pPr algn="ctr">
              <a:defRPr sz="1575" b="1">
                <a:solidFill>
                  <a:srgbClr val="63748D"/>
                </a:solidFill>
                <a:latin typeface="NanumGothic"/>
                <a:ea typeface="NanumGothic"/>
                <a:cs typeface="NanumGothic"/>
              </a:defRPr>
            </a:lvl4pPr>
            <a:lvl5pPr algn="ctr">
              <a:defRPr sz="1575" b="1">
                <a:solidFill>
                  <a:srgbClr val="63748D"/>
                </a:solidFill>
                <a:latin typeface="NanumGothic"/>
                <a:ea typeface="NanumGothic"/>
                <a:cs typeface="NanumGothic"/>
              </a:defRPr>
            </a:lvl5pPr>
            <a:lvl6pPr algn="ctr">
              <a:defRPr sz="1575" b="1">
                <a:solidFill>
                  <a:srgbClr val="63748D"/>
                </a:solidFill>
                <a:latin typeface="NanumGothic"/>
                <a:ea typeface="NanumGothic"/>
                <a:cs typeface="NanumGothic"/>
              </a:defRPr>
            </a:lvl6pPr>
            <a:lvl7pPr algn="ctr">
              <a:defRPr sz="1575" b="1">
                <a:solidFill>
                  <a:srgbClr val="63748D"/>
                </a:solidFill>
                <a:latin typeface="NanumGothic"/>
                <a:ea typeface="NanumGothic"/>
                <a:cs typeface="NanumGothic"/>
              </a:defRPr>
            </a:lvl7pPr>
            <a:lvl8pPr algn="ctr">
              <a:defRPr sz="1575" b="1">
                <a:solidFill>
                  <a:srgbClr val="63748D"/>
                </a:solidFill>
                <a:latin typeface="NanumGothic"/>
                <a:ea typeface="NanumGothic"/>
                <a:cs typeface="NanumGothic"/>
              </a:defRPr>
            </a:lvl8pPr>
            <a:lvl9pPr algn="ctr">
              <a:defRPr sz="1575" b="1">
                <a:solidFill>
                  <a:srgbClr val="63748D"/>
                </a:solidFill>
                <a:latin typeface="NanumGothic"/>
                <a:ea typeface="NanumGothic"/>
                <a:cs typeface="NanumGothic"/>
              </a:defRPr>
            </a:lvl9pPr>
          </a:lstStyle>
          <a:p xmlns:a="http://schemas.openxmlformats.org/drawingml/2006/main">
            <a:pPr algn="ctr">
              <a:defRPr sz="1575" b="1">
                <a:solidFill>
                  <a:srgbClr val="63748D"/>
                </a:solidFill>
                <a:latin typeface="NanumGothic"/>
                <a:ea typeface="NanumGothic"/>
                <a:cs typeface="NanumGothic"/>
              </a:defRPr>
            </a:pPr>
            <a:r>
              <a:rPr sz="1575" b="1">
                <a:solidFill>
                  <a:srgbClr val="63748D"/>
                </a:solidFill>
                <a:latin typeface="NanumGothic"/>
                <a:ea typeface="NanumGothic"/>
                <a:cs typeface="NanumGothic"/>
              </a:rPr>
              <a:t>실행 화면 캡처 삽입</a:t>
            </a:r>
          </a:p>
        </p:txBody>
      </p:sp>
      <p:sp>
        <p:nvSpPr>
          <p:cNvPr id="11" name="">
            <a:extLst xmlns:a="http://schemas.openxmlformats.org/drawingml/2006/main">
              <a:ext uri="{FF2B5EF4-FFF2-40B4-BE49-F238E27FC236}">
                <a16:creationId xmlns:a16="http://schemas.microsoft.com/office/drawing/2014/main" id="{FC9A8101-A99B-43A0-A36B-5B2B54876E94}"/>
              </a:ext>
            </a:extLst>
          </p:cNvPr>
          <p:cNvSpPr>
            <a:spLocks xmlns:a="http://schemas.openxmlformats.org/drawingml/2006/main" noGrp="1"/>
          </p:cNvSpPr>
          <p:nvPr/>
        </p:nvSpPr>
        <p:spPr>
          <a:xfrm xmlns:a="http://schemas.openxmlformats.org/drawingml/2006/main">
            <a:off x="781050" y="49149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추출 결과에서 제목·일정을 확인하고 수정</a:t>
            </a:r>
          </a:p>
        </p:txBody>
      </p:sp>
      <p:sp>
        <p:nvSpPr>
          <p:cNvPr id="12" name="">
            <a:extLst xmlns:a="http://schemas.openxmlformats.org/drawingml/2006/main">
              <a:ext uri="{FF2B5EF4-FFF2-40B4-BE49-F238E27FC236}">
                <a16:creationId xmlns:a16="http://schemas.microsoft.com/office/drawing/2014/main" id="{2C3FF674-EB4C-4249-940F-0D1A4F2FCDE4}"/>
              </a:ext>
            </a:extLst>
          </p:cNvPr>
          <p:cNvSpPr>
            <a:spLocks xmlns:a="http://schemas.openxmlformats.org/drawingml/2006/main" noGrp="1"/>
          </p:cNvSpPr>
          <p:nvPr/>
        </p:nvSpPr>
        <p:spPr>
          <a:xfrm xmlns:a="http://schemas.openxmlformats.org/drawingml/2006/main">
            <a:off x="4343400" y="1657350"/>
            <a:ext cx="3486150" cy="3848100"/>
          </a:xfrm>
          <a:prstGeom xmlns:a="http://schemas.openxmlformats.org/drawingml/2006/main" prst="roundRect">
            <a:avLst>
              <a:gd name="adj" fmla="val 4645"/>
            </a:avLst>
          </a:prstGeom>
          <a:solidFill xmlns:a="http://schemas.openxmlformats.org/drawingml/2006/main">
            <a:srgbClr val="FFFFFF"/>
          </a:solidFill>
          <a:ln xmlns:a="http://schemas.openxmlformats.org/drawingml/2006/main" w="12383">
            <a:solidFill>
              <a:srgbClr val="CBD7EA"/>
            </a:solidFill>
            <a:prstDash val="solid"/>
          </a:ln>
        </p:spPr>
      </p:sp>
      <p:sp>
        <p:nvSpPr>
          <p:cNvPr id="13" name="">
            <a:extLst xmlns:a="http://schemas.openxmlformats.org/drawingml/2006/main">
              <a:ext uri="{FF2B5EF4-FFF2-40B4-BE49-F238E27FC236}">
                <a16:creationId xmlns:a16="http://schemas.microsoft.com/office/drawing/2014/main" id="{986AC625-8604-44B9-BCB6-261346183F6C}"/>
              </a:ext>
            </a:extLst>
          </p:cNvPr>
          <p:cNvSpPr>
            <a:spLocks xmlns:a="http://schemas.openxmlformats.org/drawingml/2006/main" noGrp="1"/>
          </p:cNvSpPr>
          <p:nvPr/>
        </p:nvSpPr>
        <p:spPr>
          <a:xfrm xmlns:a="http://schemas.openxmlformats.org/drawingml/2006/main">
            <a:off x="4514850" y="18192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B4E"/>
                </a:solidFill>
                <a:latin typeface="NanumGothic"/>
                <a:ea typeface="NanumGothic"/>
                <a:cs typeface="NanumGothic"/>
              </a:defRPr>
            </a:defPPr>
            <a:lvl1pPr algn="l">
              <a:defRPr sz="1650" b="1">
                <a:solidFill>
                  <a:srgbClr val="142B4E"/>
                </a:solidFill>
                <a:latin typeface="NanumGothic"/>
                <a:ea typeface="NanumGothic"/>
                <a:cs typeface="NanumGothic"/>
              </a:defRPr>
            </a:lvl1pPr>
            <a:lvl2pPr algn="l">
              <a:defRPr sz="1650" b="1">
                <a:solidFill>
                  <a:srgbClr val="142B4E"/>
                </a:solidFill>
                <a:latin typeface="NanumGothic"/>
                <a:ea typeface="NanumGothic"/>
                <a:cs typeface="NanumGothic"/>
              </a:defRPr>
            </a:lvl2pPr>
            <a:lvl3pPr algn="l">
              <a:defRPr sz="1650" b="1">
                <a:solidFill>
                  <a:srgbClr val="142B4E"/>
                </a:solidFill>
                <a:latin typeface="NanumGothic"/>
                <a:ea typeface="NanumGothic"/>
                <a:cs typeface="NanumGothic"/>
              </a:defRPr>
            </a:lvl3pPr>
            <a:lvl4pPr algn="l">
              <a:defRPr sz="1650" b="1">
                <a:solidFill>
                  <a:srgbClr val="142B4E"/>
                </a:solidFill>
                <a:latin typeface="NanumGothic"/>
                <a:ea typeface="NanumGothic"/>
                <a:cs typeface="NanumGothic"/>
              </a:defRPr>
            </a:lvl4pPr>
            <a:lvl5pPr algn="l">
              <a:defRPr sz="1650" b="1">
                <a:solidFill>
                  <a:srgbClr val="142B4E"/>
                </a:solidFill>
                <a:latin typeface="NanumGothic"/>
                <a:ea typeface="NanumGothic"/>
                <a:cs typeface="NanumGothic"/>
              </a:defRPr>
            </a:lvl5pPr>
            <a:lvl6pPr algn="l">
              <a:defRPr sz="1650" b="1">
                <a:solidFill>
                  <a:srgbClr val="142B4E"/>
                </a:solidFill>
                <a:latin typeface="NanumGothic"/>
                <a:ea typeface="NanumGothic"/>
                <a:cs typeface="NanumGothic"/>
              </a:defRPr>
            </a:lvl6pPr>
            <a:lvl7pPr algn="l">
              <a:defRPr sz="1650" b="1">
                <a:solidFill>
                  <a:srgbClr val="142B4E"/>
                </a:solidFill>
                <a:latin typeface="NanumGothic"/>
                <a:ea typeface="NanumGothic"/>
                <a:cs typeface="NanumGothic"/>
              </a:defRPr>
            </a:lvl7pPr>
            <a:lvl8pPr algn="l">
              <a:defRPr sz="1650" b="1">
                <a:solidFill>
                  <a:srgbClr val="142B4E"/>
                </a:solidFill>
                <a:latin typeface="NanumGothic"/>
                <a:ea typeface="NanumGothic"/>
                <a:cs typeface="NanumGothic"/>
              </a:defRPr>
            </a:lvl8pPr>
            <a:lvl9pPr algn="l">
              <a:defRPr sz="1650" b="1">
                <a:solidFill>
                  <a:srgbClr val="142B4E"/>
                </a:solidFill>
                <a:latin typeface="NanumGothic"/>
                <a:ea typeface="NanumGothic"/>
                <a:cs typeface="NanumGothic"/>
              </a:defRPr>
            </a:lvl9pPr>
          </a:lstStyle>
          <a:p xmlns:a="http://schemas.openxmlformats.org/drawingml/2006/main">
            <a:pPr algn="l">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② 공지·내용 검색</a:t>
            </a:r>
          </a:p>
        </p:txBody>
      </p:sp>
      <p:sp>
        <p:nvSpPr>
          <p:cNvPr id="14" name="">
            <a:extLst xmlns:a="http://schemas.openxmlformats.org/drawingml/2006/main">
              <a:ext uri="{FF2B5EF4-FFF2-40B4-BE49-F238E27FC236}">
                <a16:creationId xmlns:a16="http://schemas.microsoft.com/office/drawing/2014/main" id="{28A4EBF5-E3BF-48E3-8DDC-7082203EC8E7}"/>
              </a:ext>
            </a:extLst>
          </p:cNvPr>
          <p:cNvSpPr>
            <a:spLocks xmlns:a="http://schemas.openxmlformats.org/drawingml/2006/main" noGrp="1"/>
          </p:cNvSpPr>
          <p:nvPr/>
        </p:nvSpPr>
        <p:spPr>
          <a:xfrm xmlns:a="http://schemas.openxmlformats.org/drawingml/2006/main">
            <a:off x="4514850" y="2343150"/>
            <a:ext cx="3143250" cy="2333625"/>
          </a:xfrm>
          <a:prstGeom xmlns:a="http://schemas.openxmlformats.org/drawingml/2006/main" prst="roundRect">
            <a:avLst>
              <a:gd name="adj" fmla="val 4082"/>
            </a:avLst>
          </a:prstGeom>
          <a:solidFill xmlns:a="http://schemas.openxmlformats.org/drawingml/2006/main">
            <a:srgbClr val="F7F9FC"/>
          </a:solidFill>
          <a:ln xmlns:a="http://schemas.openxmlformats.org/drawingml/2006/main" w="12383">
            <a:solidFill>
              <a:srgbClr val="CBD7EA"/>
            </a:solidFill>
            <a:prstDash val="solid"/>
          </a:ln>
        </p:spPr>
      </p:sp>
      <p:sp>
        <p:nvSpPr>
          <p:cNvPr id="15" name="">
            <a:extLst xmlns:a="http://schemas.openxmlformats.org/drawingml/2006/main">
              <a:ext uri="{FF2B5EF4-FFF2-40B4-BE49-F238E27FC236}">
                <a16:creationId xmlns:a16="http://schemas.microsoft.com/office/drawing/2014/main" id="{F0948BEF-D5FB-4D89-ADA2-F6DCA35B9D7C}"/>
              </a:ext>
            </a:extLst>
          </p:cNvPr>
          <p:cNvSpPr>
            <a:spLocks xmlns:a="http://schemas.openxmlformats.org/drawingml/2006/main" noGrp="1"/>
          </p:cNvSpPr>
          <p:nvPr/>
        </p:nvSpPr>
        <p:spPr>
          <a:xfrm xmlns:a="http://schemas.openxmlformats.org/drawingml/2006/main">
            <a:off x="4667250" y="314325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63748D"/>
                </a:solidFill>
                <a:latin typeface="NanumGothic"/>
                <a:ea typeface="NanumGothic"/>
                <a:cs typeface="NanumGothic"/>
              </a:defRPr>
            </a:defPPr>
            <a:lvl1pPr algn="ctr">
              <a:defRPr sz="1575" b="1">
                <a:solidFill>
                  <a:srgbClr val="63748D"/>
                </a:solidFill>
                <a:latin typeface="NanumGothic"/>
                <a:ea typeface="NanumGothic"/>
                <a:cs typeface="NanumGothic"/>
              </a:defRPr>
            </a:lvl1pPr>
            <a:lvl2pPr algn="ctr">
              <a:defRPr sz="1575" b="1">
                <a:solidFill>
                  <a:srgbClr val="63748D"/>
                </a:solidFill>
                <a:latin typeface="NanumGothic"/>
                <a:ea typeface="NanumGothic"/>
                <a:cs typeface="NanumGothic"/>
              </a:defRPr>
            </a:lvl2pPr>
            <a:lvl3pPr algn="ctr">
              <a:defRPr sz="1575" b="1">
                <a:solidFill>
                  <a:srgbClr val="63748D"/>
                </a:solidFill>
                <a:latin typeface="NanumGothic"/>
                <a:ea typeface="NanumGothic"/>
                <a:cs typeface="NanumGothic"/>
              </a:defRPr>
            </a:lvl3pPr>
            <a:lvl4pPr algn="ctr">
              <a:defRPr sz="1575" b="1">
                <a:solidFill>
                  <a:srgbClr val="63748D"/>
                </a:solidFill>
                <a:latin typeface="NanumGothic"/>
                <a:ea typeface="NanumGothic"/>
                <a:cs typeface="NanumGothic"/>
              </a:defRPr>
            </a:lvl4pPr>
            <a:lvl5pPr algn="ctr">
              <a:defRPr sz="1575" b="1">
                <a:solidFill>
                  <a:srgbClr val="63748D"/>
                </a:solidFill>
                <a:latin typeface="NanumGothic"/>
                <a:ea typeface="NanumGothic"/>
                <a:cs typeface="NanumGothic"/>
              </a:defRPr>
            </a:lvl5pPr>
            <a:lvl6pPr algn="ctr">
              <a:defRPr sz="1575" b="1">
                <a:solidFill>
                  <a:srgbClr val="63748D"/>
                </a:solidFill>
                <a:latin typeface="NanumGothic"/>
                <a:ea typeface="NanumGothic"/>
                <a:cs typeface="NanumGothic"/>
              </a:defRPr>
            </a:lvl6pPr>
            <a:lvl7pPr algn="ctr">
              <a:defRPr sz="1575" b="1">
                <a:solidFill>
                  <a:srgbClr val="63748D"/>
                </a:solidFill>
                <a:latin typeface="NanumGothic"/>
                <a:ea typeface="NanumGothic"/>
                <a:cs typeface="NanumGothic"/>
              </a:defRPr>
            </a:lvl7pPr>
            <a:lvl8pPr algn="ctr">
              <a:defRPr sz="1575" b="1">
                <a:solidFill>
                  <a:srgbClr val="63748D"/>
                </a:solidFill>
                <a:latin typeface="NanumGothic"/>
                <a:ea typeface="NanumGothic"/>
                <a:cs typeface="NanumGothic"/>
              </a:defRPr>
            </a:lvl8pPr>
            <a:lvl9pPr algn="ctr">
              <a:defRPr sz="1575" b="1">
                <a:solidFill>
                  <a:srgbClr val="63748D"/>
                </a:solidFill>
                <a:latin typeface="NanumGothic"/>
                <a:ea typeface="NanumGothic"/>
                <a:cs typeface="NanumGothic"/>
              </a:defRPr>
            </a:lvl9pPr>
          </a:lstStyle>
          <a:p xmlns:a="http://schemas.openxmlformats.org/drawingml/2006/main">
            <a:pPr algn="ctr">
              <a:defRPr sz="1575" b="1">
                <a:solidFill>
                  <a:srgbClr val="63748D"/>
                </a:solidFill>
                <a:latin typeface="NanumGothic"/>
                <a:ea typeface="NanumGothic"/>
                <a:cs typeface="NanumGothic"/>
              </a:defRPr>
            </a:pPr>
            <a:r>
              <a:rPr sz="1575" b="1">
                <a:solidFill>
                  <a:srgbClr val="63748D"/>
                </a:solidFill>
                <a:latin typeface="NanumGothic"/>
                <a:ea typeface="NanumGothic"/>
                <a:cs typeface="NanumGothic"/>
              </a:rPr>
              <a:t>실행 화면 캡처 삽입</a:t>
            </a:r>
          </a:p>
        </p:txBody>
      </p:sp>
      <p:sp>
        <p:nvSpPr>
          <p:cNvPr id="16" name="">
            <a:extLst xmlns:a="http://schemas.openxmlformats.org/drawingml/2006/main">
              <a:ext uri="{FF2B5EF4-FFF2-40B4-BE49-F238E27FC236}">
                <a16:creationId xmlns:a16="http://schemas.microsoft.com/office/drawing/2014/main" id="{292EDAF4-5A9B-41B6-A4CD-7F7EB07E3105}"/>
              </a:ext>
            </a:extLst>
          </p:cNvPr>
          <p:cNvSpPr>
            <a:spLocks xmlns:a="http://schemas.openxmlformats.org/drawingml/2006/main" noGrp="1"/>
          </p:cNvSpPr>
          <p:nvPr/>
        </p:nvSpPr>
        <p:spPr>
          <a:xfrm xmlns:a="http://schemas.openxmlformats.org/drawingml/2006/main">
            <a:off x="4514850" y="49149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기간 조건 또는 세부 질문과 출처 확인</a:t>
            </a:r>
          </a:p>
        </p:txBody>
      </p:sp>
      <p:sp>
        <p:nvSpPr>
          <p:cNvPr id="17" name="">
            <a:extLst xmlns:a="http://schemas.openxmlformats.org/drawingml/2006/main">
              <a:ext uri="{FF2B5EF4-FFF2-40B4-BE49-F238E27FC236}">
                <a16:creationId xmlns:a16="http://schemas.microsoft.com/office/drawing/2014/main" id="{72E48B6E-671F-486E-930E-ADD5433694CF}"/>
              </a:ext>
            </a:extLst>
          </p:cNvPr>
          <p:cNvSpPr>
            <a:spLocks xmlns:a="http://schemas.openxmlformats.org/drawingml/2006/main" noGrp="1"/>
          </p:cNvSpPr>
          <p:nvPr/>
        </p:nvSpPr>
        <p:spPr>
          <a:xfrm xmlns:a="http://schemas.openxmlformats.org/drawingml/2006/main">
            <a:off x="8077200" y="1657350"/>
            <a:ext cx="3486150" cy="3848100"/>
          </a:xfrm>
          <a:prstGeom xmlns:a="http://schemas.openxmlformats.org/drawingml/2006/main" prst="roundRect">
            <a:avLst>
              <a:gd name="adj" fmla="val 4645"/>
            </a:avLst>
          </a:prstGeom>
          <a:solidFill xmlns:a="http://schemas.openxmlformats.org/drawingml/2006/main">
            <a:srgbClr val="FFFFFF"/>
          </a:solidFill>
          <a:ln xmlns:a="http://schemas.openxmlformats.org/drawingml/2006/main" w="12383">
            <a:solidFill>
              <a:srgbClr val="CBD7EA"/>
            </a:solidFill>
            <a:prstDash val="solid"/>
          </a:ln>
        </p:spPr>
      </p:sp>
      <p:sp>
        <p:nvSpPr>
          <p:cNvPr id="18" name="">
            <a:extLst xmlns:a="http://schemas.openxmlformats.org/drawingml/2006/main">
              <a:ext uri="{FF2B5EF4-FFF2-40B4-BE49-F238E27FC236}">
                <a16:creationId xmlns:a16="http://schemas.microsoft.com/office/drawing/2014/main" id="{828D4B87-00DD-45CA-B6D3-6CC3B398AAFB}"/>
              </a:ext>
            </a:extLst>
          </p:cNvPr>
          <p:cNvSpPr>
            <a:spLocks xmlns:a="http://schemas.openxmlformats.org/drawingml/2006/main" noGrp="1"/>
          </p:cNvSpPr>
          <p:nvPr/>
        </p:nvSpPr>
        <p:spPr>
          <a:xfrm xmlns:a="http://schemas.openxmlformats.org/drawingml/2006/main">
            <a:off x="8248650" y="18192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B4E"/>
                </a:solidFill>
                <a:latin typeface="NanumGothic"/>
                <a:ea typeface="NanumGothic"/>
                <a:cs typeface="NanumGothic"/>
              </a:defRPr>
            </a:defPPr>
            <a:lvl1pPr algn="l">
              <a:defRPr sz="1650" b="1">
                <a:solidFill>
                  <a:srgbClr val="142B4E"/>
                </a:solidFill>
                <a:latin typeface="NanumGothic"/>
                <a:ea typeface="NanumGothic"/>
                <a:cs typeface="NanumGothic"/>
              </a:defRPr>
            </a:lvl1pPr>
            <a:lvl2pPr algn="l">
              <a:defRPr sz="1650" b="1">
                <a:solidFill>
                  <a:srgbClr val="142B4E"/>
                </a:solidFill>
                <a:latin typeface="NanumGothic"/>
                <a:ea typeface="NanumGothic"/>
                <a:cs typeface="NanumGothic"/>
              </a:defRPr>
            </a:lvl2pPr>
            <a:lvl3pPr algn="l">
              <a:defRPr sz="1650" b="1">
                <a:solidFill>
                  <a:srgbClr val="142B4E"/>
                </a:solidFill>
                <a:latin typeface="NanumGothic"/>
                <a:ea typeface="NanumGothic"/>
                <a:cs typeface="NanumGothic"/>
              </a:defRPr>
            </a:lvl3pPr>
            <a:lvl4pPr algn="l">
              <a:defRPr sz="1650" b="1">
                <a:solidFill>
                  <a:srgbClr val="142B4E"/>
                </a:solidFill>
                <a:latin typeface="NanumGothic"/>
                <a:ea typeface="NanumGothic"/>
                <a:cs typeface="NanumGothic"/>
              </a:defRPr>
            </a:lvl4pPr>
            <a:lvl5pPr algn="l">
              <a:defRPr sz="1650" b="1">
                <a:solidFill>
                  <a:srgbClr val="142B4E"/>
                </a:solidFill>
                <a:latin typeface="NanumGothic"/>
                <a:ea typeface="NanumGothic"/>
                <a:cs typeface="NanumGothic"/>
              </a:defRPr>
            </a:lvl5pPr>
            <a:lvl6pPr algn="l">
              <a:defRPr sz="1650" b="1">
                <a:solidFill>
                  <a:srgbClr val="142B4E"/>
                </a:solidFill>
                <a:latin typeface="NanumGothic"/>
                <a:ea typeface="NanumGothic"/>
                <a:cs typeface="NanumGothic"/>
              </a:defRPr>
            </a:lvl6pPr>
            <a:lvl7pPr algn="l">
              <a:defRPr sz="1650" b="1">
                <a:solidFill>
                  <a:srgbClr val="142B4E"/>
                </a:solidFill>
                <a:latin typeface="NanumGothic"/>
                <a:ea typeface="NanumGothic"/>
                <a:cs typeface="NanumGothic"/>
              </a:defRPr>
            </a:lvl7pPr>
            <a:lvl8pPr algn="l">
              <a:defRPr sz="1650" b="1">
                <a:solidFill>
                  <a:srgbClr val="142B4E"/>
                </a:solidFill>
                <a:latin typeface="NanumGothic"/>
                <a:ea typeface="NanumGothic"/>
                <a:cs typeface="NanumGothic"/>
              </a:defRPr>
            </a:lvl8pPr>
            <a:lvl9pPr algn="l">
              <a:defRPr sz="1650" b="1">
                <a:solidFill>
                  <a:srgbClr val="142B4E"/>
                </a:solidFill>
                <a:latin typeface="NanumGothic"/>
                <a:ea typeface="NanumGothic"/>
                <a:cs typeface="NanumGothic"/>
              </a:defRPr>
            </a:lvl9pPr>
          </a:lstStyle>
          <a:p xmlns:a="http://schemas.openxmlformats.org/drawingml/2006/main">
            <a:pPr algn="l">
              <a:defRPr sz="1650" b="1">
                <a:solidFill>
                  <a:srgbClr val="142B4E"/>
                </a:solidFill>
                <a:latin typeface="NanumGothic"/>
                <a:ea typeface="NanumGothic"/>
                <a:cs typeface="NanumGothic"/>
              </a:defRPr>
            </a:pPr>
            <a:r>
              <a:rPr sz="1650" b="1">
                <a:solidFill>
                  <a:srgbClr val="142B4E"/>
                </a:solidFill>
                <a:latin typeface="NanumGothic"/>
                <a:ea typeface="NanumGothic"/>
                <a:cs typeface="NanumGothic"/>
              </a:rPr>
              <a:t>③ 월간 달력</a:t>
            </a:r>
          </a:p>
        </p:txBody>
      </p:sp>
      <p:sp>
        <p:nvSpPr>
          <p:cNvPr id="19" name="">
            <a:extLst xmlns:a="http://schemas.openxmlformats.org/drawingml/2006/main">
              <a:ext uri="{FF2B5EF4-FFF2-40B4-BE49-F238E27FC236}">
                <a16:creationId xmlns:a16="http://schemas.microsoft.com/office/drawing/2014/main" id="{A541E000-1E7F-45A6-91C7-1D963090D889}"/>
              </a:ext>
            </a:extLst>
          </p:cNvPr>
          <p:cNvSpPr>
            <a:spLocks xmlns:a="http://schemas.openxmlformats.org/drawingml/2006/main" noGrp="1"/>
          </p:cNvSpPr>
          <p:nvPr/>
        </p:nvSpPr>
        <p:spPr>
          <a:xfrm xmlns:a="http://schemas.openxmlformats.org/drawingml/2006/main">
            <a:off x="8248650" y="2343150"/>
            <a:ext cx="3143250" cy="2333625"/>
          </a:xfrm>
          <a:prstGeom xmlns:a="http://schemas.openxmlformats.org/drawingml/2006/main" prst="roundRect">
            <a:avLst>
              <a:gd name="adj" fmla="val 4082"/>
            </a:avLst>
          </a:prstGeom>
          <a:solidFill xmlns:a="http://schemas.openxmlformats.org/drawingml/2006/main">
            <a:srgbClr val="F7F9FC"/>
          </a:solidFill>
          <a:ln xmlns:a="http://schemas.openxmlformats.org/drawingml/2006/main" w="12383">
            <a:solidFill>
              <a:srgbClr val="CBD7EA"/>
            </a:solidFill>
            <a:prstDash val="solid"/>
          </a:ln>
        </p:spPr>
      </p:sp>
      <p:sp>
        <p:nvSpPr>
          <p:cNvPr id="20" name="">
            <a:extLst xmlns:a="http://schemas.openxmlformats.org/drawingml/2006/main">
              <a:ext uri="{FF2B5EF4-FFF2-40B4-BE49-F238E27FC236}">
                <a16:creationId xmlns:a16="http://schemas.microsoft.com/office/drawing/2014/main" id="{AAE75162-46C6-4606-985D-11537C2EC946}"/>
              </a:ext>
            </a:extLst>
          </p:cNvPr>
          <p:cNvSpPr>
            <a:spLocks xmlns:a="http://schemas.openxmlformats.org/drawingml/2006/main" noGrp="1"/>
          </p:cNvSpPr>
          <p:nvPr/>
        </p:nvSpPr>
        <p:spPr>
          <a:xfrm xmlns:a="http://schemas.openxmlformats.org/drawingml/2006/main">
            <a:off x="8401050" y="314325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63748D"/>
                </a:solidFill>
                <a:latin typeface="NanumGothic"/>
                <a:ea typeface="NanumGothic"/>
                <a:cs typeface="NanumGothic"/>
              </a:defRPr>
            </a:defPPr>
            <a:lvl1pPr algn="ctr">
              <a:defRPr sz="1575" b="1">
                <a:solidFill>
                  <a:srgbClr val="63748D"/>
                </a:solidFill>
                <a:latin typeface="NanumGothic"/>
                <a:ea typeface="NanumGothic"/>
                <a:cs typeface="NanumGothic"/>
              </a:defRPr>
            </a:lvl1pPr>
            <a:lvl2pPr algn="ctr">
              <a:defRPr sz="1575" b="1">
                <a:solidFill>
                  <a:srgbClr val="63748D"/>
                </a:solidFill>
                <a:latin typeface="NanumGothic"/>
                <a:ea typeface="NanumGothic"/>
                <a:cs typeface="NanumGothic"/>
              </a:defRPr>
            </a:lvl2pPr>
            <a:lvl3pPr algn="ctr">
              <a:defRPr sz="1575" b="1">
                <a:solidFill>
                  <a:srgbClr val="63748D"/>
                </a:solidFill>
                <a:latin typeface="NanumGothic"/>
                <a:ea typeface="NanumGothic"/>
                <a:cs typeface="NanumGothic"/>
              </a:defRPr>
            </a:lvl3pPr>
            <a:lvl4pPr algn="ctr">
              <a:defRPr sz="1575" b="1">
                <a:solidFill>
                  <a:srgbClr val="63748D"/>
                </a:solidFill>
                <a:latin typeface="NanumGothic"/>
                <a:ea typeface="NanumGothic"/>
                <a:cs typeface="NanumGothic"/>
              </a:defRPr>
            </a:lvl4pPr>
            <a:lvl5pPr algn="ctr">
              <a:defRPr sz="1575" b="1">
                <a:solidFill>
                  <a:srgbClr val="63748D"/>
                </a:solidFill>
                <a:latin typeface="NanumGothic"/>
                <a:ea typeface="NanumGothic"/>
                <a:cs typeface="NanumGothic"/>
              </a:defRPr>
            </a:lvl5pPr>
            <a:lvl6pPr algn="ctr">
              <a:defRPr sz="1575" b="1">
                <a:solidFill>
                  <a:srgbClr val="63748D"/>
                </a:solidFill>
                <a:latin typeface="NanumGothic"/>
                <a:ea typeface="NanumGothic"/>
                <a:cs typeface="NanumGothic"/>
              </a:defRPr>
            </a:lvl6pPr>
            <a:lvl7pPr algn="ctr">
              <a:defRPr sz="1575" b="1">
                <a:solidFill>
                  <a:srgbClr val="63748D"/>
                </a:solidFill>
                <a:latin typeface="NanumGothic"/>
                <a:ea typeface="NanumGothic"/>
                <a:cs typeface="NanumGothic"/>
              </a:defRPr>
            </a:lvl7pPr>
            <a:lvl8pPr algn="ctr">
              <a:defRPr sz="1575" b="1">
                <a:solidFill>
                  <a:srgbClr val="63748D"/>
                </a:solidFill>
                <a:latin typeface="NanumGothic"/>
                <a:ea typeface="NanumGothic"/>
                <a:cs typeface="NanumGothic"/>
              </a:defRPr>
            </a:lvl8pPr>
            <a:lvl9pPr algn="ctr">
              <a:defRPr sz="1575" b="1">
                <a:solidFill>
                  <a:srgbClr val="63748D"/>
                </a:solidFill>
                <a:latin typeface="NanumGothic"/>
                <a:ea typeface="NanumGothic"/>
                <a:cs typeface="NanumGothic"/>
              </a:defRPr>
            </a:lvl9pPr>
          </a:lstStyle>
          <a:p xmlns:a="http://schemas.openxmlformats.org/drawingml/2006/main">
            <a:pPr algn="ctr">
              <a:defRPr sz="1575" b="1">
                <a:solidFill>
                  <a:srgbClr val="63748D"/>
                </a:solidFill>
                <a:latin typeface="NanumGothic"/>
                <a:ea typeface="NanumGothic"/>
                <a:cs typeface="NanumGothic"/>
              </a:defRPr>
            </a:pPr>
            <a:r>
              <a:rPr sz="1575" b="1">
                <a:solidFill>
                  <a:srgbClr val="63748D"/>
                </a:solidFill>
                <a:latin typeface="NanumGothic"/>
                <a:ea typeface="NanumGothic"/>
                <a:cs typeface="NanumGothic"/>
              </a:rPr>
              <a:t>실행 화면 캡처 삽입</a:t>
            </a:r>
          </a:p>
        </p:txBody>
      </p:sp>
      <p:sp>
        <p:nvSpPr>
          <p:cNvPr id="21" name="">
            <a:extLst xmlns:a="http://schemas.openxmlformats.org/drawingml/2006/main">
              <a:ext uri="{FF2B5EF4-FFF2-40B4-BE49-F238E27FC236}">
                <a16:creationId xmlns:a16="http://schemas.microsoft.com/office/drawing/2014/main" id="{E8F8179A-FBF2-44FE-9D04-09A703F30844}"/>
              </a:ext>
            </a:extLst>
          </p:cNvPr>
          <p:cNvSpPr>
            <a:spLocks xmlns:a="http://schemas.openxmlformats.org/drawingml/2006/main" noGrp="1"/>
          </p:cNvSpPr>
          <p:nvPr/>
        </p:nvSpPr>
        <p:spPr>
          <a:xfrm xmlns:a="http://schemas.openxmlformats.org/drawingml/2006/main">
            <a:off x="8248650" y="49149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63748D"/>
                </a:solidFill>
                <a:latin typeface="NanumGothic"/>
                <a:ea typeface="NanumGothic"/>
                <a:cs typeface="NanumGothic"/>
              </a:defRPr>
            </a:defPPr>
            <a:lvl1pPr algn="l">
              <a:defRPr sz="1275" b="0">
                <a:solidFill>
                  <a:srgbClr val="63748D"/>
                </a:solidFill>
                <a:latin typeface="NanumGothic"/>
                <a:ea typeface="NanumGothic"/>
                <a:cs typeface="NanumGothic"/>
              </a:defRPr>
            </a:lvl1pPr>
            <a:lvl2pPr algn="l">
              <a:defRPr sz="1275" b="0">
                <a:solidFill>
                  <a:srgbClr val="63748D"/>
                </a:solidFill>
                <a:latin typeface="NanumGothic"/>
                <a:ea typeface="NanumGothic"/>
                <a:cs typeface="NanumGothic"/>
              </a:defRPr>
            </a:lvl2pPr>
            <a:lvl3pPr algn="l">
              <a:defRPr sz="1275" b="0">
                <a:solidFill>
                  <a:srgbClr val="63748D"/>
                </a:solidFill>
                <a:latin typeface="NanumGothic"/>
                <a:ea typeface="NanumGothic"/>
                <a:cs typeface="NanumGothic"/>
              </a:defRPr>
            </a:lvl3pPr>
            <a:lvl4pPr algn="l">
              <a:defRPr sz="1275" b="0">
                <a:solidFill>
                  <a:srgbClr val="63748D"/>
                </a:solidFill>
                <a:latin typeface="NanumGothic"/>
                <a:ea typeface="NanumGothic"/>
                <a:cs typeface="NanumGothic"/>
              </a:defRPr>
            </a:lvl4pPr>
            <a:lvl5pPr algn="l">
              <a:defRPr sz="1275" b="0">
                <a:solidFill>
                  <a:srgbClr val="63748D"/>
                </a:solidFill>
                <a:latin typeface="NanumGothic"/>
                <a:ea typeface="NanumGothic"/>
                <a:cs typeface="NanumGothic"/>
              </a:defRPr>
            </a:lvl5pPr>
            <a:lvl6pPr algn="l">
              <a:defRPr sz="1275" b="0">
                <a:solidFill>
                  <a:srgbClr val="63748D"/>
                </a:solidFill>
                <a:latin typeface="NanumGothic"/>
                <a:ea typeface="NanumGothic"/>
                <a:cs typeface="NanumGothic"/>
              </a:defRPr>
            </a:lvl6pPr>
            <a:lvl7pPr algn="l">
              <a:defRPr sz="1275" b="0">
                <a:solidFill>
                  <a:srgbClr val="63748D"/>
                </a:solidFill>
                <a:latin typeface="NanumGothic"/>
                <a:ea typeface="NanumGothic"/>
                <a:cs typeface="NanumGothic"/>
              </a:defRPr>
            </a:lvl7pPr>
            <a:lvl8pPr algn="l">
              <a:defRPr sz="1275" b="0">
                <a:solidFill>
                  <a:srgbClr val="63748D"/>
                </a:solidFill>
                <a:latin typeface="NanumGothic"/>
                <a:ea typeface="NanumGothic"/>
                <a:cs typeface="NanumGothic"/>
              </a:defRPr>
            </a:lvl8pPr>
            <a:lvl9pPr algn="l">
              <a:defRPr sz="1275" b="0">
                <a:solidFill>
                  <a:srgbClr val="63748D"/>
                </a:solidFill>
                <a:latin typeface="NanumGothic"/>
                <a:ea typeface="NanumGothic"/>
                <a:cs typeface="NanumGothic"/>
              </a:defRPr>
            </a:lvl9pPr>
          </a:lstStyle>
          <a:p xmlns:a="http://schemas.openxmlformats.org/drawingml/2006/main">
            <a:pPr algn="l">
              <a:defRPr sz="1275" b="0">
                <a:solidFill>
                  <a:srgbClr val="63748D"/>
                </a:solidFill>
                <a:latin typeface="NanumGothic"/>
                <a:ea typeface="NanumGothic"/>
                <a:cs typeface="NanumGothic"/>
              </a:defRPr>
            </a:pPr>
            <a:r>
              <a:rPr sz="1275" b="0">
                <a:solidFill>
                  <a:srgbClr val="63748D"/>
                </a:solidFill>
                <a:latin typeface="NanumGothic"/>
                <a:ea typeface="NanumGothic"/>
                <a:cs typeface="NanumGothic"/>
              </a:rPr>
              <a:t>신청 시작·마감·행사 날짜 확인</a:t>
            </a:r>
          </a:p>
        </p:txBody>
      </p:sp>
      <p:sp>
        <p:nvSpPr>
          <p:cNvPr id="22" name="">
            <a:extLst xmlns:a="http://schemas.openxmlformats.org/drawingml/2006/main">
              <a:ext uri="{FF2B5EF4-FFF2-40B4-BE49-F238E27FC236}">
                <a16:creationId xmlns:a16="http://schemas.microsoft.com/office/drawing/2014/main" id="{965CCA40-46B9-42E8-A527-BE2DC6F101DF}"/>
              </a:ext>
            </a:extLst>
          </p:cNvPr>
          <p:cNvSpPr>
            <a:spLocks xmlns:a="http://schemas.openxmlformats.org/drawingml/2006/main" noGrp="1"/>
          </p:cNvSpPr>
          <p:nvPr/>
        </p:nvSpPr>
        <p:spPr>
          <a:xfrm xmlns:a="http://schemas.openxmlformats.org/drawingml/2006/main">
            <a:off x="628650" y="5686425"/>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9B5A16"/>
                </a:solidFill>
                <a:latin typeface="NanumGothic"/>
                <a:ea typeface="NanumGothic"/>
                <a:cs typeface="NanumGothic"/>
              </a:defRPr>
            </a:defPPr>
            <a:lvl1pPr algn="l">
              <a:defRPr sz="1275" b="0">
                <a:solidFill>
                  <a:srgbClr val="9B5A16"/>
                </a:solidFill>
                <a:latin typeface="NanumGothic"/>
                <a:ea typeface="NanumGothic"/>
                <a:cs typeface="NanumGothic"/>
              </a:defRPr>
            </a:lvl1pPr>
            <a:lvl2pPr algn="l">
              <a:defRPr sz="1275" b="0">
                <a:solidFill>
                  <a:srgbClr val="9B5A16"/>
                </a:solidFill>
                <a:latin typeface="NanumGothic"/>
                <a:ea typeface="NanumGothic"/>
                <a:cs typeface="NanumGothic"/>
              </a:defRPr>
            </a:lvl2pPr>
            <a:lvl3pPr algn="l">
              <a:defRPr sz="1275" b="0">
                <a:solidFill>
                  <a:srgbClr val="9B5A16"/>
                </a:solidFill>
                <a:latin typeface="NanumGothic"/>
                <a:ea typeface="NanumGothic"/>
                <a:cs typeface="NanumGothic"/>
              </a:defRPr>
            </a:lvl3pPr>
            <a:lvl4pPr algn="l">
              <a:defRPr sz="1275" b="0">
                <a:solidFill>
                  <a:srgbClr val="9B5A16"/>
                </a:solidFill>
                <a:latin typeface="NanumGothic"/>
                <a:ea typeface="NanumGothic"/>
                <a:cs typeface="NanumGothic"/>
              </a:defRPr>
            </a:lvl4pPr>
            <a:lvl5pPr algn="l">
              <a:defRPr sz="1275" b="0">
                <a:solidFill>
                  <a:srgbClr val="9B5A16"/>
                </a:solidFill>
                <a:latin typeface="NanumGothic"/>
                <a:ea typeface="NanumGothic"/>
                <a:cs typeface="NanumGothic"/>
              </a:defRPr>
            </a:lvl5pPr>
            <a:lvl6pPr algn="l">
              <a:defRPr sz="1275" b="0">
                <a:solidFill>
                  <a:srgbClr val="9B5A16"/>
                </a:solidFill>
                <a:latin typeface="NanumGothic"/>
                <a:ea typeface="NanumGothic"/>
                <a:cs typeface="NanumGothic"/>
              </a:defRPr>
            </a:lvl6pPr>
            <a:lvl7pPr algn="l">
              <a:defRPr sz="1275" b="0">
                <a:solidFill>
                  <a:srgbClr val="9B5A16"/>
                </a:solidFill>
                <a:latin typeface="NanumGothic"/>
                <a:ea typeface="NanumGothic"/>
                <a:cs typeface="NanumGothic"/>
              </a:defRPr>
            </a:lvl7pPr>
            <a:lvl8pPr algn="l">
              <a:defRPr sz="1275" b="0">
                <a:solidFill>
                  <a:srgbClr val="9B5A16"/>
                </a:solidFill>
                <a:latin typeface="NanumGothic"/>
                <a:ea typeface="NanumGothic"/>
                <a:cs typeface="NanumGothic"/>
              </a:defRPr>
            </a:lvl8pPr>
            <a:lvl9pPr algn="l">
              <a:defRPr sz="1275" b="0">
                <a:solidFill>
                  <a:srgbClr val="9B5A16"/>
                </a:solidFill>
                <a:latin typeface="NanumGothic"/>
                <a:ea typeface="NanumGothic"/>
                <a:cs typeface="NanumGothic"/>
              </a:defRPr>
            </a:lvl9pPr>
          </a:lstStyle>
          <a:p xmlns:a="http://schemas.openxmlformats.org/drawingml/2006/main">
            <a:pPr algn="l">
              <a:defRPr sz="1275" b="0">
                <a:solidFill>
                  <a:srgbClr val="9B5A16"/>
                </a:solidFill>
                <a:latin typeface="NanumGothic"/>
                <a:ea typeface="NanumGothic"/>
                <a:cs typeface="NanumGothic"/>
              </a:defRPr>
            </a:pPr>
            <a:r>
              <a:rPr sz="1275" b="0">
                <a:solidFill>
                  <a:srgbClr val="9B5A16"/>
                </a:solidFill>
                <a:latin typeface="NanumGothic"/>
                <a:ea typeface="NanumGothic"/>
                <a:cs typeface="NanumGothic"/>
              </a:rPr>
              <a:t>발표 전: 실제 실행 화면으로 3개 자리표시자를 교체하고 개인 정보·API 키를 가려 주세요.</a:t>
            </a:r>
          </a:p>
        </p:txBody>
      </p:sp>
    </p:spTree>
    <p:extLst>
      <p:ext uri="{BB962C8B-B14F-4D97-AF65-F5344CB8AC3E}">
        <p14:creationId xmlns:p14="http://schemas.microsoft.com/office/powerpoint/2010/main" val="210993424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095BB8-F7B9-4D1D-AE0D-3710AA61D51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CD7F04-FE0A-432E-8798-36C450804ECA}"/>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04  테스트 결과와 Before / After</a:t>
            </a:r>
          </a:p>
        </p:txBody>
      </p:sp>
      <p:sp>
        <p:nvSpPr>
          <p:cNvPr id="3" name="">
            <a:extLst xmlns:a="http://schemas.openxmlformats.org/drawingml/2006/main">
              <a:ext uri="{FF2B5EF4-FFF2-40B4-BE49-F238E27FC236}">
                <a16:creationId xmlns:a16="http://schemas.microsoft.com/office/drawing/2014/main" id="{962691DC-2274-4702-A1E1-D491C6D41DF8}"/>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기능 검증은 통과, 품질 평가는 더 필요하다</a:t>
            </a:r>
          </a:p>
        </p:txBody>
      </p:sp>
      <p:sp>
        <p:nvSpPr>
          <p:cNvPr id="4" name="">
            <a:extLst xmlns:a="http://schemas.openxmlformats.org/drawingml/2006/main">
              <a:ext uri="{FF2B5EF4-FFF2-40B4-BE49-F238E27FC236}">
                <a16:creationId xmlns:a16="http://schemas.microsoft.com/office/drawing/2014/main" id="{E0EDE055-7093-4127-8556-B8C390CDEA6D}"/>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D20983-63A0-4715-8E45-22D9C621629F}"/>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E47CF944-294C-404F-842F-9B5AE1F01663}"/>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5/6  ·  55초</a:t>
            </a:r>
          </a:p>
        </p:txBody>
      </p:sp>
      <p:sp>
        <p:nvSpPr>
          <p:cNvPr id="7" name="">
            <a:extLst xmlns:a="http://schemas.openxmlformats.org/drawingml/2006/main">
              <a:ext uri="{FF2B5EF4-FFF2-40B4-BE49-F238E27FC236}">
                <a16:creationId xmlns:a16="http://schemas.microsoft.com/office/drawing/2014/main" id="{D7E5495E-C6D2-4C4F-B4B2-A86E44F3DA16}"/>
              </a:ext>
            </a:extLst>
          </p:cNvPr>
          <p:cNvSpPr>
            <a:spLocks xmlns:a="http://schemas.openxmlformats.org/drawingml/2006/main" noGrp="1"/>
          </p:cNvSpPr>
          <p:nvPr/>
        </p:nvSpPr>
        <p:spPr>
          <a:xfrm xmlns:a="http://schemas.openxmlformats.org/drawingml/2006/main">
            <a:off x="609600" y="1647825"/>
            <a:ext cx="5238750" cy="1438275"/>
          </a:xfrm>
          <a:prstGeom xmlns:a="http://schemas.openxmlformats.org/drawingml/2006/main" prst="roundRect">
            <a:avLst>
              <a:gd name="adj" fmla="val 11258"/>
            </a:avLst>
          </a:prstGeom>
          <a:solidFill xmlns:a="http://schemas.openxmlformats.org/drawingml/2006/main">
            <a:srgbClr val="CDEFE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CB06C4-CAFF-488F-BF71-5E5FFCDB202E}"/>
              </a:ext>
            </a:extLst>
          </p:cNvPr>
          <p:cNvSpPr>
            <a:spLocks xmlns:a="http://schemas.openxmlformats.org/drawingml/2006/main" noGrp="1"/>
          </p:cNvSpPr>
          <p:nvPr/>
        </p:nvSpPr>
        <p:spPr>
          <a:xfrm xmlns:a="http://schemas.openxmlformats.org/drawingml/2006/main">
            <a:off x="847725" y="1781175"/>
            <a:ext cx="2286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525" b="1">
                <a:solidFill>
                  <a:srgbClr val="0E745B"/>
                </a:solidFill>
                <a:latin typeface="NanumGothic"/>
                <a:ea typeface="NanumGothic"/>
                <a:cs typeface="NanumGothic"/>
              </a:defRPr>
            </a:defPPr>
            <a:lvl1pPr algn="l">
              <a:defRPr sz="3525" b="1">
                <a:solidFill>
                  <a:srgbClr val="0E745B"/>
                </a:solidFill>
                <a:latin typeface="NanumGothic"/>
                <a:ea typeface="NanumGothic"/>
                <a:cs typeface="NanumGothic"/>
              </a:defRPr>
            </a:lvl1pPr>
            <a:lvl2pPr algn="l">
              <a:defRPr sz="3525" b="1">
                <a:solidFill>
                  <a:srgbClr val="0E745B"/>
                </a:solidFill>
                <a:latin typeface="NanumGothic"/>
                <a:ea typeface="NanumGothic"/>
                <a:cs typeface="NanumGothic"/>
              </a:defRPr>
            </a:lvl2pPr>
            <a:lvl3pPr algn="l">
              <a:defRPr sz="3525" b="1">
                <a:solidFill>
                  <a:srgbClr val="0E745B"/>
                </a:solidFill>
                <a:latin typeface="NanumGothic"/>
                <a:ea typeface="NanumGothic"/>
                <a:cs typeface="NanumGothic"/>
              </a:defRPr>
            </a:lvl3pPr>
            <a:lvl4pPr algn="l">
              <a:defRPr sz="3525" b="1">
                <a:solidFill>
                  <a:srgbClr val="0E745B"/>
                </a:solidFill>
                <a:latin typeface="NanumGothic"/>
                <a:ea typeface="NanumGothic"/>
                <a:cs typeface="NanumGothic"/>
              </a:defRPr>
            </a:lvl4pPr>
            <a:lvl5pPr algn="l">
              <a:defRPr sz="3525" b="1">
                <a:solidFill>
                  <a:srgbClr val="0E745B"/>
                </a:solidFill>
                <a:latin typeface="NanumGothic"/>
                <a:ea typeface="NanumGothic"/>
                <a:cs typeface="NanumGothic"/>
              </a:defRPr>
            </a:lvl5pPr>
            <a:lvl6pPr algn="l">
              <a:defRPr sz="3525" b="1">
                <a:solidFill>
                  <a:srgbClr val="0E745B"/>
                </a:solidFill>
                <a:latin typeface="NanumGothic"/>
                <a:ea typeface="NanumGothic"/>
                <a:cs typeface="NanumGothic"/>
              </a:defRPr>
            </a:lvl6pPr>
            <a:lvl7pPr algn="l">
              <a:defRPr sz="3525" b="1">
                <a:solidFill>
                  <a:srgbClr val="0E745B"/>
                </a:solidFill>
                <a:latin typeface="NanumGothic"/>
                <a:ea typeface="NanumGothic"/>
                <a:cs typeface="NanumGothic"/>
              </a:defRPr>
            </a:lvl7pPr>
            <a:lvl8pPr algn="l">
              <a:defRPr sz="3525" b="1">
                <a:solidFill>
                  <a:srgbClr val="0E745B"/>
                </a:solidFill>
                <a:latin typeface="NanumGothic"/>
                <a:ea typeface="NanumGothic"/>
                <a:cs typeface="NanumGothic"/>
              </a:defRPr>
            </a:lvl8pPr>
            <a:lvl9pPr algn="l">
              <a:defRPr sz="3525" b="1">
                <a:solidFill>
                  <a:srgbClr val="0E745B"/>
                </a:solidFill>
                <a:latin typeface="NanumGothic"/>
                <a:ea typeface="NanumGothic"/>
                <a:cs typeface="NanumGothic"/>
              </a:defRPr>
            </a:lvl9pPr>
          </a:lstStyle>
          <a:p xmlns:a="http://schemas.openxmlformats.org/drawingml/2006/main">
            <a:pPr algn="l">
              <a:defRPr sz="3525" b="1">
                <a:solidFill>
                  <a:srgbClr val="0E745B"/>
                </a:solidFill>
                <a:latin typeface="NanumGothic"/>
                <a:ea typeface="NanumGothic"/>
                <a:cs typeface="NanumGothic"/>
              </a:defRPr>
            </a:pPr>
            <a:r>
              <a:rPr sz="3525" b="1">
                <a:solidFill>
                  <a:srgbClr val="0E745B"/>
                </a:solidFill>
                <a:latin typeface="NanumGothic"/>
                <a:ea typeface="NanumGothic"/>
                <a:cs typeface="NanumGothic"/>
              </a:rPr>
              <a:t>75개</a:t>
            </a:r>
          </a:p>
        </p:txBody>
      </p:sp>
      <p:sp>
        <p:nvSpPr>
          <p:cNvPr id="9" name="">
            <a:extLst xmlns:a="http://schemas.openxmlformats.org/drawingml/2006/main">
              <a:ext uri="{FF2B5EF4-FFF2-40B4-BE49-F238E27FC236}">
                <a16:creationId xmlns:a16="http://schemas.microsoft.com/office/drawing/2014/main" id="{6B672E02-7FB5-40E1-8B12-5022A70E2912}"/>
              </a:ext>
            </a:extLst>
          </p:cNvPr>
          <p:cNvSpPr>
            <a:spLocks xmlns:a="http://schemas.openxmlformats.org/drawingml/2006/main" noGrp="1"/>
          </p:cNvSpPr>
          <p:nvPr/>
        </p:nvSpPr>
        <p:spPr>
          <a:xfrm xmlns:a="http://schemas.openxmlformats.org/drawingml/2006/main">
            <a:off x="847725" y="2466975"/>
            <a:ext cx="46386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2C45"/>
                </a:solidFill>
                <a:latin typeface="NanumGothic"/>
                <a:ea typeface="NanumGothic"/>
                <a:cs typeface="NanumGothic"/>
              </a:defRPr>
            </a:defPPr>
            <a:lvl1pPr algn="l">
              <a:defRPr sz="1575" b="1">
                <a:solidFill>
                  <a:srgbClr val="1D2C45"/>
                </a:solidFill>
                <a:latin typeface="NanumGothic"/>
                <a:ea typeface="NanumGothic"/>
                <a:cs typeface="NanumGothic"/>
              </a:defRPr>
            </a:lvl1pPr>
            <a:lvl2pPr algn="l">
              <a:defRPr sz="1575" b="1">
                <a:solidFill>
                  <a:srgbClr val="1D2C45"/>
                </a:solidFill>
                <a:latin typeface="NanumGothic"/>
                <a:ea typeface="NanumGothic"/>
                <a:cs typeface="NanumGothic"/>
              </a:defRPr>
            </a:lvl2pPr>
            <a:lvl3pPr algn="l">
              <a:defRPr sz="1575" b="1">
                <a:solidFill>
                  <a:srgbClr val="1D2C45"/>
                </a:solidFill>
                <a:latin typeface="NanumGothic"/>
                <a:ea typeface="NanumGothic"/>
                <a:cs typeface="NanumGothic"/>
              </a:defRPr>
            </a:lvl3pPr>
            <a:lvl4pPr algn="l">
              <a:defRPr sz="1575" b="1">
                <a:solidFill>
                  <a:srgbClr val="1D2C45"/>
                </a:solidFill>
                <a:latin typeface="NanumGothic"/>
                <a:ea typeface="NanumGothic"/>
                <a:cs typeface="NanumGothic"/>
              </a:defRPr>
            </a:lvl4pPr>
            <a:lvl5pPr algn="l">
              <a:defRPr sz="1575" b="1">
                <a:solidFill>
                  <a:srgbClr val="1D2C45"/>
                </a:solidFill>
                <a:latin typeface="NanumGothic"/>
                <a:ea typeface="NanumGothic"/>
                <a:cs typeface="NanumGothic"/>
              </a:defRPr>
            </a:lvl5pPr>
            <a:lvl6pPr algn="l">
              <a:defRPr sz="1575" b="1">
                <a:solidFill>
                  <a:srgbClr val="1D2C45"/>
                </a:solidFill>
                <a:latin typeface="NanumGothic"/>
                <a:ea typeface="NanumGothic"/>
                <a:cs typeface="NanumGothic"/>
              </a:defRPr>
            </a:lvl6pPr>
            <a:lvl7pPr algn="l">
              <a:defRPr sz="1575" b="1">
                <a:solidFill>
                  <a:srgbClr val="1D2C45"/>
                </a:solidFill>
                <a:latin typeface="NanumGothic"/>
                <a:ea typeface="NanumGothic"/>
                <a:cs typeface="NanumGothic"/>
              </a:defRPr>
            </a:lvl7pPr>
            <a:lvl8pPr algn="l">
              <a:defRPr sz="1575" b="1">
                <a:solidFill>
                  <a:srgbClr val="1D2C45"/>
                </a:solidFill>
                <a:latin typeface="NanumGothic"/>
                <a:ea typeface="NanumGothic"/>
                <a:cs typeface="NanumGothic"/>
              </a:defRPr>
            </a:lvl8pPr>
            <a:lvl9pPr algn="l">
              <a:defRPr sz="1575" b="1">
                <a:solidFill>
                  <a:srgbClr val="1D2C45"/>
                </a:solidFill>
                <a:latin typeface="NanumGothic"/>
                <a:ea typeface="NanumGothic"/>
                <a:cs typeface="NanumGothic"/>
              </a:defRPr>
            </a:lvl9pPr>
          </a:lstStyle>
          <a:p xmlns:a="http://schemas.openxmlformats.org/drawingml/2006/main">
            <a:pPr algn="l">
              <a:defRPr sz="1575" b="1">
                <a:solidFill>
                  <a:srgbClr val="1D2C45"/>
                </a:solidFill>
                <a:latin typeface="NanumGothic"/>
                <a:ea typeface="NanumGothic"/>
                <a:cs typeface="NanumGothic"/>
              </a:defRPr>
            </a:pPr>
            <a:r>
              <a:rPr sz="1575" b="1">
                <a:solidFill>
                  <a:srgbClr val="1D2C45"/>
                </a:solidFill>
                <a:latin typeface="NanumGothic"/>
                <a:ea typeface="NanumGothic"/>
                <a:cs typeface="NanumGothic"/>
              </a:rPr>
              <a:t>모의·회귀 테스트 통과</a:t>
            </a:r>
          </a:p>
        </p:txBody>
      </p:sp>
      <p:sp>
        <p:nvSpPr>
          <p:cNvPr id="10" name="">
            <a:extLst xmlns:a="http://schemas.openxmlformats.org/drawingml/2006/main">
              <a:ext uri="{FF2B5EF4-FFF2-40B4-BE49-F238E27FC236}">
                <a16:creationId xmlns:a16="http://schemas.microsoft.com/office/drawing/2014/main" id="{B9AE0BC0-5E61-4148-94AB-42C8CA95F6FE}"/>
              </a:ext>
            </a:extLst>
          </p:cNvPr>
          <p:cNvSpPr>
            <a:spLocks xmlns:a="http://schemas.openxmlformats.org/drawingml/2006/main" noGrp="1"/>
          </p:cNvSpPr>
          <p:nvPr/>
        </p:nvSpPr>
        <p:spPr>
          <a:xfrm xmlns:a="http://schemas.openxmlformats.org/drawingml/2006/main">
            <a:off x="6076950" y="1647825"/>
            <a:ext cx="5505450" cy="1438275"/>
          </a:xfrm>
          <a:prstGeom xmlns:a="http://schemas.openxmlformats.org/drawingml/2006/main" prst="roundRect">
            <a:avLst>
              <a:gd name="adj" fmla="val 11258"/>
            </a:avLst>
          </a:prstGeom>
          <a:solidFill xmlns:a="http://schemas.openxmlformats.org/drawingml/2006/main">
            <a:srgbClr val="EAF1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099F681-CCAD-492D-8065-73DF0FDAE8E8}"/>
              </a:ext>
            </a:extLst>
          </p:cNvPr>
          <p:cNvSpPr>
            <a:spLocks xmlns:a="http://schemas.openxmlformats.org/drawingml/2006/main" noGrp="1"/>
          </p:cNvSpPr>
          <p:nvPr/>
        </p:nvSpPr>
        <p:spPr>
          <a:xfrm xmlns:a="http://schemas.openxmlformats.org/drawingml/2006/main">
            <a:off x="6324600" y="1800225"/>
            <a:ext cx="4857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2762D9"/>
                </a:solidFill>
                <a:latin typeface="NanumGothic"/>
                <a:ea typeface="NanumGothic"/>
                <a:cs typeface="NanumGothic"/>
              </a:defRPr>
            </a:defPPr>
            <a:lvl1pPr algn="l">
              <a:defRPr sz="2850" b="1">
                <a:solidFill>
                  <a:srgbClr val="2762D9"/>
                </a:solidFill>
                <a:latin typeface="NanumGothic"/>
                <a:ea typeface="NanumGothic"/>
                <a:cs typeface="NanumGothic"/>
              </a:defRPr>
            </a:lvl1pPr>
            <a:lvl2pPr algn="l">
              <a:defRPr sz="2850" b="1">
                <a:solidFill>
                  <a:srgbClr val="2762D9"/>
                </a:solidFill>
                <a:latin typeface="NanumGothic"/>
                <a:ea typeface="NanumGothic"/>
                <a:cs typeface="NanumGothic"/>
              </a:defRPr>
            </a:lvl2pPr>
            <a:lvl3pPr algn="l">
              <a:defRPr sz="2850" b="1">
                <a:solidFill>
                  <a:srgbClr val="2762D9"/>
                </a:solidFill>
                <a:latin typeface="NanumGothic"/>
                <a:ea typeface="NanumGothic"/>
                <a:cs typeface="NanumGothic"/>
              </a:defRPr>
            </a:lvl3pPr>
            <a:lvl4pPr algn="l">
              <a:defRPr sz="2850" b="1">
                <a:solidFill>
                  <a:srgbClr val="2762D9"/>
                </a:solidFill>
                <a:latin typeface="NanumGothic"/>
                <a:ea typeface="NanumGothic"/>
                <a:cs typeface="NanumGothic"/>
              </a:defRPr>
            </a:lvl4pPr>
            <a:lvl5pPr algn="l">
              <a:defRPr sz="2850" b="1">
                <a:solidFill>
                  <a:srgbClr val="2762D9"/>
                </a:solidFill>
                <a:latin typeface="NanumGothic"/>
                <a:ea typeface="NanumGothic"/>
                <a:cs typeface="NanumGothic"/>
              </a:defRPr>
            </a:lvl5pPr>
            <a:lvl6pPr algn="l">
              <a:defRPr sz="2850" b="1">
                <a:solidFill>
                  <a:srgbClr val="2762D9"/>
                </a:solidFill>
                <a:latin typeface="NanumGothic"/>
                <a:ea typeface="NanumGothic"/>
                <a:cs typeface="NanumGothic"/>
              </a:defRPr>
            </a:lvl6pPr>
            <a:lvl7pPr algn="l">
              <a:defRPr sz="2850" b="1">
                <a:solidFill>
                  <a:srgbClr val="2762D9"/>
                </a:solidFill>
                <a:latin typeface="NanumGothic"/>
                <a:ea typeface="NanumGothic"/>
                <a:cs typeface="NanumGothic"/>
              </a:defRPr>
            </a:lvl7pPr>
            <a:lvl8pPr algn="l">
              <a:defRPr sz="2850" b="1">
                <a:solidFill>
                  <a:srgbClr val="2762D9"/>
                </a:solidFill>
                <a:latin typeface="NanumGothic"/>
                <a:ea typeface="NanumGothic"/>
                <a:cs typeface="NanumGothic"/>
              </a:defRPr>
            </a:lvl8pPr>
            <a:lvl9pPr algn="l">
              <a:defRPr sz="2850" b="1">
                <a:solidFill>
                  <a:srgbClr val="2762D9"/>
                </a:solidFill>
                <a:latin typeface="NanumGothic"/>
                <a:ea typeface="NanumGothic"/>
                <a:cs typeface="NanumGothic"/>
              </a:defRPr>
            </a:lvl9pPr>
          </a:lstStyle>
          <a:p xmlns:a="http://schemas.openxmlformats.org/drawingml/2006/main">
            <a:pPr algn="l">
              <a:defRPr sz="2850" b="1">
                <a:solidFill>
                  <a:srgbClr val="2762D9"/>
                </a:solidFill>
                <a:latin typeface="NanumGothic"/>
                <a:ea typeface="NanumGothic"/>
                <a:cs typeface="NanumGothic"/>
              </a:defRPr>
            </a:pPr>
            <a:r>
              <a:rPr sz="2850" b="1">
                <a:solidFill>
                  <a:srgbClr val="2762D9"/>
                </a:solidFill>
                <a:latin typeface="NanumGothic"/>
                <a:ea typeface="NanumGothic"/>
                <a:cs typeface="NanumGothic"/>
              </a:rPr>
              <a:t>빌드 성공</a:t>
            </a:r>
          </a:p>
        </p:txBody>
      </p:sp>
      <p:sp>
        <p:nvSpPr>
          <p:cNvPr id="12" name="">
            <a:extLst xmlns:a="http://schemas.openxmlformats.org/drawingml/2006/main">
              <a:ext uri="{FF2B5EF4-FFF2-40B4-BE49-F238E27FC236}">
                <a16:creationId xmlns:a16="http://schemas.microsoft.com/office/drawing/2014/main" id="{D6F2D1D0-C7C8-47B0-A44B-7463F9BB2812}"/>
              </a:ext>
            </a:extLst>
          </p:cNvPr>
          <p:cNvSpPr>
            <a:spLocks xmlns:a="http://schemas.openxmlformats.org/drawingml/2006/main" noGrp="1"/>
          </p:cNvSpPr>
          <p:nvPr/>
        </p:nvSpPr>
        <p:spPr>
          <a:xfrm xmlns:a="http://schemas.openxmlformats.org/drawingml/2006/main">
            <a:off x="6324600" y="2476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2C45"/>
                </a:solidFill>
                <a:latin typeface="NanumGothic"/>
                <a:ea typeface="NanumGothic"/>
                <a:cs typeface="NanumGothic"/>
              </a:defRPr>
            </a:defPPr>
            <a:lvl1pPr algn="l">
              <a:defRPr sz="1575" b="1">
                <a:solidFill>
                  <a:srgbClr val="1D2C45"/>
                </a:solidFill>
                <a:latin typeface="NanumGothic"/>
                <a:ea typeface="NanumGothic"/>
                <a:cs typeface="NanumGothic"/>
              </a:defRPr>
            </a:lvl1pPr>
            <a:lvl2pPr algn="l">
              <a:defRPr sz="1575" b="1">
                <a:solidFill>
                  <a:srgbClr val="1D2C45"/>
                </a:solidFill>
                <a:latin typeface="NanumGothic"/>
                <a:ea typeface="NanumGothic"/>
                <a:cs typeface="NanumGothic"/>
              </a:defRPr>
            </a:lvl2pPr>
            <a:lvl3pPr algn="l">
              <a:defRPr sz="1575" b="1">
                <a:solidFill>
                  <a:srgbClr val="1D2C45"/>
                </a:solidFill>
                <a:latin typeface="NanumGothic"/>
                <a:ea typeface="NanumGothic"/>
                <a:cs typeface="NanumGothic"/>
              </a:defRPr>
            </a:lvl3pPr>
            <a:lvl4pPr algn="l">
              <a:defRPr sz="1575" b="1">
                <a:solidFill>
                  <a:srgbClr val="1D2C45"/>
                </a:solidFill>
                <a:latin typeface="NanumGothic"/>
                <a:ea typeface="NanumGothic"/>
                <a:cs typeface="NanumGothic"/>
              </a:defRPr>
            </a:lvl4pPr>
            <a:lvl5pPr algn="l">
              <a:defRPr sz="1575" b="1">
                <a:solidFill>
                  <a:srgbClr val="1D2C45"/>
                </a:solidFill>
                <a:latin typeface="NanumGothic"/>
                <a:ea typeface="NanumGothic"/>
                <a:cs typeface="NanumGothic"/>
              </a:defRPr>
            </a:lvl5pPr>
            <a:lvl6pPr algn="l">
              <a:defRPr sz="1575" b="1">
                <a:solidFill>
                  <a:srgbClr val="1D2C45"/>
                </a:solidFill>
                <a:latin typeface="NanumGothic"/>
                <a:ea typeface="NanumGothic"/>
                <a:cs typeface="NanumGothic"/>
              </a:defRPr>
            </a:lvl6pPr>
            <a:lvl7pPr algn="l">
              <a:defRPr sz="1575" b="1">
                <a:solidFill>
                  <a:srgbClr val="1D2C45"/>
                </a:solidFill>
                <a:latin typeface="NanumGothic"/>
                <a:ea typeface="NanumGothic"/>
                <a:cs typeface="NanumGothic"/>
              </a:defRPr>
            </a:lvl7pPr>
            <a:lvl8pPr algn="l">
              <a:defRPr sz="1575" b="1">
                <a:solidFill>
                  <a:srgbClr val="1D2C45"/>
                </a:solidFill>
                <a:latin typeface="NanumGothic"/>
                <a:ea typeface="NanumGothic"/>
                <a:cs typeface="NanumGothic"/>
              </a:defRPr>
            </a:lvl8pPr>
            <a:lvl9pPr algn="l">
              <a:defRPr sz="1575" b="1">
                <a:solidFill>
                  <a:srgbClr val="1D2C45"/>
                </a:solidFill>
                <a:latin typeface="NanumGothic"/>
                <a:ea typeface="NanumGothic"/>
                <a:cs typeface="NanumGothic"/>
              </a:defRPr>
            </a:lvl9pPr>
          </a:lstStyle>
          <a:p xmlns:a="http://schemas.openxmlformats.org/drawingml/2006/main">
            <a:pPr algn="l">
              <a:defRPr sz="1575" b="1">
                <a:solidFill>
                  <a:srgbClr val="1D2C45"/>
                </a:solidFill>
                <a:latin typeface="NanumGothic"/>
                <a:ea typeface="NanumGothic"/>
                <a:cs typeface="NanumGothic"/>
              </a:defRPr>
            </a:pPr>
            <a:r>
              <a:rPr sz="1575" b="1">
                <a:solidFill>
                  <a:srgbClr val="1D2C45"/>
                </a:solidFill>
                <a:latin typeface="NanumGothic"/>
                <a:ea typeface="NanumGothic"/>
                <a:cs typeface="NanumGothic"/>
              </a:rPr>
              <a:t>Vue 프론트엔드 정적 빌드</a:t>
            </a:r>
          </a:p>
        </p:txBody>
      </p:sp>
      <p:sp>
        <p:nvSpPr>
          <p:cNvPr id="13" name="">
            <a:extLst xmlns:a="http://schemas.openxmlformats.org/drawingml/2006/main">
              <a:ext uri="{FF2B5EF4-FFF2-40B4-BE49-F238E27FC236}">
                <a16:creationId xmlns:a16="http://schemas.microsoft.com/office/drawing/2014/main" id="{8D48970B-0F6F-4139-8796-E602D00B82C2}"/>
              </a:ext>
            </a:extLst>
          </p:cNvPr>
          <p:cNvSpPr>
            <a:spLocks xmlns:a="http://schemas.openxmlformats.org/drawingml/2006/main" noGrp="1"/>
          </p:cNvSpPr>
          <p:nvPr/>
        </p:nvSpPr>
        <p:spPr>
          <a:xfrm xmlns:a="http://schemas.openxmlformats.org/drawingml/2006/main">
            <a:off x="609600" y="3371850"/>
            <a:ext cx="5257800" cy="2028825"/>
          </a:xfrm>
          <a:prstGeom xmlns:a="http://schemas.openxmlformats.org/drawingml/2006/main" prst="roundRect">
            <a:avLst>
              <a:gd name="adj" fmla="val 7981"/>
            </a:avLst>
          </a:prstGeom>
          <a:solidFill xmlns:a="http://schemas.openxmlformats.org/drawingml/2006/main">
            <a:srgbClr val="FFFFFF"/>
          </a:solidFill>
          <a:ln xmlns:a="http://schemas.openxmlformats.org/drawingml/2006/main" w="12383">
            <a:solidFill>
              <a:srgbClr val="CBD7EA"/>
            </a:solidFill>
            <a:prstDash val="solid"/>
          </a:ln>
        </p:spPr>
      </p:sp>
      <p:sp>
        <p:nvSpPr>
          <p:cNvPr id="14" name="">
            <a:extLst xmlns:a="http://schemas.openxmlformats.org/drawingml/2006/main">
              <a:ext uri="{FF2B5EF4-FFF2-40B4-BE49-F238E27FC236}">
                <a16:creationId xmlns:a16="http://schemas.microsoft.com/office/drawing/2014/main" id="{C7E39E64-36F3-4B5A-99B0-8C6748D6703A}"/>
              </a:ext>
            </a:extLst>
          </p:cNvPr>
          <p:cNvSpPr>
            <a:spLocks xmlns:a="http://schemas.openxmlformats.org/drawingml/2006/main" noGrp="1"/>
          </p:cNvSpPr>
          <p:nvPr/>
        </p:nvSpPr>
        <p:spPr>
          <a:xfrm xmlns:a="http://schemas.openxmlformats.org/drawingml/2006/main">
            <a:off x="6096000" y="3371850"/>
            <a:ext cx="5486400" cy="2028825"/>
          </a:xfrm>
          <a:prstGeom xmlns:a="http://schemas.openxmlformats.org/drawingml/2006/main" prst="roundRect">
            <a:avLst>
              <a:gd name="adj" fmla="val 7981"/>
            </a:avLst>
          </a:prstGeom>
          <a:solidFill xmlns:a="http://schemas.openxmlformats.org/drawingml/2006/main">
            <a:srgbClr val="FFFFFF"/>
          </a:solidFill>
          <a:ln xmlns:a="http://schemas.openxmlformats.org/drawingml/2006/main" w="12383">
            <a:solidFill>
              <a:srgbClr val="CBD7EA"/>
            </a:solidFill>
            <a:prstDash val="solid"/>
          </a:ln>
        </p:spPr>
      </p:sp>
      <p:sp>
        <p:nvSpPr>
          <p:cNvPr id="15" name="">
            <a:extLst xmlns:a="http://schemas.openxmlformats.org/drawingml/2006/main">
              <a:ext uri="{FF2B5EF4-FFF2-40B4-BE49-F238E27FC236}">
                <a16:creationId xmlns:a16="http://schemas.microsoft.com/office/drawing/2014/main" id="{EBCFFA80-5B8B-46D6-8162-AC223A0A7B8D}"/>
              </a:ext>
            </a:extLst>
          </p:cNvPr>
          <p:cNvSpPr>
            <a:spLocks xmlns:a="http://schemas.openxmlformats.org/drawingml/2006/main" noGrp="1"/>
          </p:cNvSpPr>
          <p:nvPr/>
        </p:nvSpPr>
        <p:spPr>
          <a:xfrm xmlns:a="http://schemas.openxmlformats.org/drawingml/2006/main">
            <a:off x="838200" y="355282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9B5A16"/>
                </a:solidFill>
                <a:latin typeface="NanumGothic"/>
                <a:ea typeface="NanumGothic"/>
                <a:cs typeface="NanumGothic"/>
              </a:defRPr>
            </a:defPPr>
            <a:lvl1pPr algn="l">
              <a:defRPr sz="1800" b="1">
                <a:solidFill>
                  <a:srgbClr val="9B5A16"/>
                </a:solidFill>
                <a:latin typeface="NanumGothic"/>
                <a:ea typeface="NanumGothic"/>
                <a:cs typeface="NanumGothic"/>
              </a:defRPr>
            </a:lvl1pPr>
            <a:lvl2pPr algn="l">
              <a:defRPr sz="1800" b="1">
                <a:solidFill>
                  <a:srgbClr val="9B5A16"/>
                </a:solidFill>
                <a:latin typeface="NanumGothic"/>
                <a:ea typeface="NanumGothic"/>
                <a:cs typeface="NanumGothic"/>
              </a:defRPr>
            </a:lvl2pPr>
            <a:lvl3pPr algn="l">
              <a:defRPr sz="1800" b="1">
                <a:solidFill>
                  <a:srgbClr val="9B5A16"/>
                </a:solidFill>
                <a:latin typeface="NanumGothic"/>
                <a:ea typeface="NanumGothic"/>
                <a:cs typeface="NanumGothic"/>
              </a:defRPr>
            </a:lvl3pPr>
            <a:lvl4pPr algn="l">
              <a:defRPr sz="1800" b="1">
                <a:solidFill>
                  <a:srgbClr val="9B5A16"/>
                </a:solidFill>
                <a:latin typeface="NanumGothic"/>
                <a:ea typeface="NanumGothic"/>
                <a:cs typeface="NanumGothic"/>
              </a:defRPr>
            </a:lvl4pPr>
            <a:lvl5pPr algn="l">
              <a:defRPr sz="1800" b="1">
                <a:solidFill>
                  <a:srgbClr val="9B5A16"/>
                </a:solidFill>
                <a:latin typeface="NanumGothic"/>
                <a:ea typeface="NanumGothic"/>
                <a:cs typeface="NanumGothic"/>
              </a:defRPr>
            </a:lvl5pPr>
            <a:lvl6pPr algn="l">
              <a:defRPr sz="1800" b="1">
                <a:solidFill>
                  <a:srgbClr val="9B5A16"/>
                </a:solidFill>
                <a:latin typeface="NanumGothic"/>
                <a:ea typeface="NanumGothic"/>
                <a:cs typeface="NanumGothic"/>
              </a:defRPr>
            </a:lvl6pPr>
            <a:lvl7pPr algn="l">
              <a:defRPr sz="1800" b="1">
                <a:solidFill>
                  <a:srgbClr val="9B5A16"/>
                </a:solidFill>
                <a:latin typeface="NanumGothic"/>
                <a:ea typeface="NanumGothic"/>
                <a:cs typeface="NanumGothic"/>
              </a:defRPr>
            </a:lvl7pPr>
            <a:lvl8pPr algn="l">
              <a:defRPr sz="1800" b="1">
                <a:solidFill>
                  <a:srgbClr val="9B5A16"/>
                </a:solidFill>
                <a:latin typeface="NanumGothic"/>
                <a:ea typeface="NanumGothic"/>
                <a:cs typeface="NanumGothic"/>
              </a:defRPr>
            </a:lvl8pPr>
            <a:lvl9pPr algn="l">
              <a:defRPr sz="1800" b="1">
                <a:solidFill>
                  <a:srgbClr val="9B5A16"/>
                </a:solidFill>
                <a:latin typeface="NanumGothic"/>
                <a:ea typeface="NanumGothic"/>
                <a:cs typeface="NanumGothic"/>
              </a:defRPr>
            </a:lvl9pPr>
          </a:lstStyle>
          <a:p xmlns:a="http://schemas.openxmlformats.org/drawingml/2006/main">
            <a:pPr algn="l">
              <a:defRPr sz="1800" b="1">
                <a:solidFill>
                  <a:srgbClr val="9B5A16"/>
                </a:solidFill>
                <a:latin typeface="NanumGothic"/>
                <a:ea typeface="NanumGothic"/>
                <a:cs typeface="NanumGothic"/>
              </a:defRPr>
            </a:pPr>
            <a:r>
              <a:rPr sz="1800" b="1">
                <a:solidFill>
                  <a:srgbClr val="9B5A16"/>
                </a:solidFill>
                <a:latin typeface="NanumGothic"/>
                <a:ea typeface="NanumGothic"/>
                <a:cs typeface="NanumGothic"/>
              </a:rPr>
              <a:t>Before</a:t>
            </a:r>
          </a:p>
        </p:txBody>
      </p:sp>
      <p:sp>
        <p:nvSpPr>
          <p:cNvPr id="16" name="">
            <a:extLst xmlns:a="http://schemas.openxmlformats.org/drawingml/2006/main">
              <a:ext uri="{FF2B5EF4-FFF2-40B4-BE49-F238E27FC236}">
                <a16:creationId xmlns:a16="http://schemas.microsoft.com/office/drawing/2014/main" id="{17AFB1DE-4920-46EB-8AF3-87AC1DEACF25}"/>
              </a:ext>
            </a:extLst>
          </p:cNvPr>
          <p:cNvSpPr>
            <a:spLocks xmlns:a="http://schemas.openxmlformats.org/drawingml/2006/main" noGrp="1"/>
          </p:cNvSpPr>
          <p:nvPr/>
        </p:nvSpPr>
        <p:spPr>
          <a:xfrm xmlns:a="http://schemas.openxmlformats.org/drawingml/2006/main">
            <a:off x="838200" y="4105275"/>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D2C45"/>
                </a:solidFill>
                <a:latin typeface="NanumGothic"/>
                <a:ea typeface="NanumGothic"/>
                <a:cs typeface="NanumGothic"/>
              </a:defRPr>
            </a:defPPr>
            <a:lvl1pPr algn="l">
              <a:defRPr sz="1875" b="1">
                <a:solidFill>
                  <a:srgbClr val="1D2C45"/>
                </a:solidFill>
                <a:latin typeface="NanumGothic"/>
                <a:ea typeface="NanumGothic"/>
                <a:cs typeface="NanumGothic"/>
              </a:defRPr>
            </a:lvl1pPr>
            <a:lvl2pPr algn="l">
              <a:defRPr sz="1875" b="1">
                <a:solidFill>
                  <a:srgbClr val="1D2C45"/>
                </a:solidFill>
                <a:latin typeface="NanumGothic"/>
                <a:ea typeface="NanumGothic"/>
                <a:cs typeface="NanumGothic"/>
              </a:defRPr>
            </a:lvl2pPr>
            <a:lvl3pPr algn="l">
              <a:defRPr sz="1875" b="1">
                <a:solidFill>
                  <a:srgbClr val="1D2C45"/>
                </a:solidFill>
                <a:latin typeface="NanumGothic"/>
                <a:ea typeface="NanumGothic"/>
                <a:cs typeface="NanumGothic"/>
              </a:defRPr>
            </a:lvl3pPr>
            <a:lvl4pPr algn="l">
              <a:defRPr sz="1875" b="1">
                <a:solidFill>
                  <a:srgbClr val="1D2C45"/>
                </a:solidFill>
                <a:latin typeface="NanumGothic"/>
                <a:ea typeface="NanumGothic"/>
                <a:cs typeface="NanumGothic"/>
              </a:defRPr>
            </a:lvl4pPr>
            <a:lvl5pPr algn="l">
              <a:defRPr sz="1875" b="1">
                <a:solidFill>
                  <a:srgbClr val="1D2C45"/>
                </a:solidFill>
                <a:latin typeface="NanumGothic"/>
                <a:ea typeface="NanumGothic"/>
                <a:cs typeface="NanumGothic"/>
              </a:defRPr>
            </a:lvl5pPr>
            <a:lvl6pPr algn="l">
              <a:defRPr sz="1875" b="1">
                <a:solidFill>
                  <a:srgbClr val="1D2C45"/>
                </a:solidFill>
                <a:latin typeface="NanumGothic"/>
                <a:ea typeface="NanumGothic"/>
                <a:cs typeface="NanumGothic"/>
              </a:defRPr>
            </a:lvl6pPr>
            <a:lvl7pPr algn="l">
              <a:defRPr sz="1875" b="1">
                <a:solidFill>
                  <a:srgbClr val="1D2C45"/>
                </a:solidFill>
                <a:latin typeface="NanumGothic"/>
                <a:ea typeface="NanumGothic"/>
                <a:cs typeface="NanumGothic"/>
              </a:defRPr>
            </a:lvl7pPr>
            <a:lvl8pPr algn="l">
              <a:defRPr sz="1875" b="1">
                <a:solidFill>
                  <a:srgbClr val="1D2C45"/>
                </a:solidFill>
                <a:latin typeface="NanumGothic"/>
                <a:ea typeface="NanumGothic"/>
                <a:cs typeface="NanumGothic"/>
              </a:defRPr>
            </a:lvl8pPr>
            <a:lvl9pPr algn="l">
              <a:defRPr sz="1875" b="1">
                <a:solidFill>
                  <a:srgbClr val="1D2C45"/>
                </a:solidFill>
                <a:latin typeface="NanumGothic"/>
                <a:ea typeface="NanumGothic"/>
                <a:cs typeface="NanumGothic"/>
              </a:defRPr>
            </a:lvl9pPr>
          </a:lstStyle>
          <a:p xmlns:a="http://schemas.openxmlformats.org/drawingml/2006/main">
            <a:pPr algn="l">
              <a:defRPr sz="1875" b="1">
                <a:solidFill>
                  <a:srgbClr val="1D2C45"/>
                </a:solidFill>
                <a:latin typeface="NanumGothic"/>
                <a:ea typeface="NanumGothic"/>
                <a:cs typeface="NanumGothic"/>
              </a:defRPr>
            </a:pPr>
            <a:r>
              <a:rPr sz="1875" b="1">
                <a:solidFill>
                  <a:srgbClr val="1D2C45"/>
                </a:solidFill>
                <a:latin typeface="NanumGothic"/>
                <a:ea typeface="NanumGothic"/>
                <a:cs typeface="NanumGothic"/>
              </a:rPr>
              <a:t>이미지를 다시 읽고</a:t>
            </a:r>
          </a:p>
          <a:p xmlns:a="http://schemas.openxmlformats.org/drawingml/2006/main">
            <a:pPr algn="l">
              <a:defRPr sz="1875" b="1">
                <a:solidFill>
                  <a:srgbClr val="1D2C45"/>
                </a:solidFill>
                <a:latin typeface="NanumGothic"/>
                <a:ea typeface="NanumGothic"/>
                <a:cs typeface="NanumGothic"/>
              </a:defRPr>
            </a:pPr>
            <a:r>
              <a:rPr sz="1875" b="1">
                <a:solidFill>
                  <a:srgbClr val="1D2C45"/>
                </a:solidFill>
                <a:latin typeface="NanumGothic"/>
                <a:ea typeface="NanumGothic"/>
                <a:cs typeface="NanumGothic"/>
              </a:rPr>
              <a:t>날짜·공고를 직접 대조</a:t>
            </a:r>
          </a:p>
        </p:txBody>
      </p:sp>
      <p:sp>
        <p:nvSpPr>
          <p:cNvPr id="17" name="">
            <a:extLst xmlns:a="http://schemas.openxmlformats.org/drawingml/2006/main">
              <a:ext uri="{FF2B5EF4-FFF2-40B4-BE49-F238E27FC236}">
                <a16:creationId xmlns:a16="http://schemas.microsoft.com/office/drawing/2014/main" id="{B819F5AA-840B-4075-B75D-5817196B94ED}"/>
              </a:ext>
            </a:extLst>
          </p:cNvPr>
          <p:cNvSpPr>
            <a:spLocks xmlns:a="http://schemas.openxmlformats.org/drawingml/2006/main" noGrp="1"/>
          </p:cNvSpPr>
          <p:nvPr/>
        </p:nvSpPr>
        <p:spPr>
          <a:xfrm xmlns:a="http://schemas.openxmlformats.org/drawingml/2006/main">
            <a:off x="6324600" y="3552825"/>
            <a:ext cx="4743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762D9"/>
                </a:solidFill>
                <a:latin typeface="NanumGothic"/>
                <a:ea typeface="NanumGothic"/>
                <a:cs typeface="NanumGothic"/>
              </a:defRPr>
            </a:defPPr>
            <a:lvl1pPr algn="l">
              <a:defRPr sz="1800" b="1">
                <a:solidFill>
                  <a:srgbClr val="2762D9"/>
                </a:solidFill>
                <a:latin typeface="NanumGothic"/>
                <a:ea typeface="NanumGothic"/>
                <a:cs typeface="NanumGothic"/>
              </a:defRPr>
            </a:lvl1pPr>
            <a:lvl2pPr algn="l">
              <a:defRPr sz="1800" b="1">
                <a:solidFill>
                  <a:srgbClr val="2762D9"/>
                </a:solidFill>
                <a:latin typeface="NanumGothic"/>
                <a:ea typeface="NanumGothic"/>
                <a:cs typeface="NanumGothic"/>
              </a:defRPr>
            </a:lvl2pPr>
            <a:lvl3pPr algn="l">
              <a:defRPr sz="1800" b="1">
                <a:solidFill>
                  <a:srgbClr val="2762D9"/>
                </a:solidFill>
                <a:latin typeface="NanumGothic"/>
                <a:ea typeface="NanumGothic"/>
                <a:cs typeface="NanumGothic"/>
              </a:defRPr>
            </a:lvl3pPr>
            <a:lvl4pPr algn="l">
              <a:defRPr sz="1800" b="1">
                <a:solidFill>
                  <a:srgbClr val="2762D9"/>
                </a:solidFill>
                <a:latin typeface="NanumGothic"/>
                <a:ea typeface="NanumGothic"/>
                <a:cs typeface="NanumGothic"/>
              </a:defRPr>
            </a:lvl4pPr>
            <a:lvl5pPr algn="l">
              <a:defRPr sz="1800" b="1">
                <a:solidFill>
                  <a:srgbClr val="2762D9"/>
                </a:solidFill>
                <a:latin typeface="NanumGothic"/>
                <a:ea typeface="NanumGothic"/>
                <a:cs typeface="NanumGothic"/>
              </a:defRPr>
            </a:lvl5pPr>
            <a:lvl6pPr algn="l">
              <a:defRPr sz="1800" b="1">
                <a:solidFill>
                  <a:srgbClr val="2762D9"/>
                </a:solidFill>
                <a:latin typeface="NanumGothic"/>
                <a:ea typeface="NanumGothic"/>
                <a:cs typeface="NanumGothic"/>
              </a:defRPr>
            </a:lvl6pPr>
            <a:lvl7pPr algn="l">
              <a:defRPr sz="1800" b="1">
                <a:solidFill>
                  <a:srgbClr val="2762D9"/>
                </a:solidFill>
                <a:latin typeface="NanumGothic"/>
                <a:ea typeface="NanumGothic"/>
                <a:cs typeface="NanumGothic"/>
              </a:defRPr>
            </a:lvl7pPr>
            <a:lvl8pPr algn="l">
              <a:defRPr sz="1800" b="1">
                <a:solidFill>
                  <a:srgbClr val="2762D9"/>
                </a:solidFill>
                <a:latin typeface="NanumGothic"/>
                <a:ea typeface="NanumGothic"/>
                <a:cs typeface="NanumGothic"/>
              </a:defRPr>
            </a:lvl8pPr>
            <a:lvl9pPr algn="l">
              <a:defRPr sz="1800" b="1">
                <a:solidFill>
                  <a:srgbClr val="2762D9"/>
                </a:solidFill>
                <a:latin typeface="NanumGothic"/>
                <a:ea typeface="NanumGothic"/>
                <a:cs typeface="NanumGothic"/>
              </a:defRPr>
            </a:lvl9pPr>
          </a:lstStyle>
          <a:p xmlns:a="http://schemas.openxmlformats.org/drawingml/2006/main">
            <a:pPr algn="l">
              <a:defRPr sz="1800" b="1">
                <a:solidFill>
                  <a:srgbClr val="2762D9"/>
                </a:solidFill>
                <a:latin typeface="NanumGothic"/>
                <a:ea typeface="NanumGothic"/>
                <a:cs typeface="NanumGothic"/>
              </a:defRPr>
            </a:pPr>
            <a:r>
              <a:rPr sz="1800" b="1">
                <a:solidFill>
                  <a:srgbClr val="2762D9"/>
                </a:solidFill>
                <a:latin typeface="NanumGothic"/>
                <a:ea typeface="NanumGothic"/>
                <a:cs typeface="NanumGothic"/>
              </a:rPr>
              <a:t>After</a:t>
            </a:r>
          </a:p>
        </p:txBody>
      </p:sp>
      <p:sp>
        <p:nvSpPr>
          <p:cNvPr id="18" name="">
            <a:extLst xmlns:a="http://schemas.openxmlformats.org/drawingml/2006/main">
              <a:ext uri="{FF2B5EF4-FFF2-40B4-BE49-F238E27FC236}">
                <a16:creationId xmlns:a16="http://schemas.microsoft.com/office/drawing/2014/main" id="{048272D4-79E5-4928-BDEF-53C308B5DF23}"/>
              </a:ext>
            </a:extLst>
          </p:cNvPr>
          <p:cNvSpPr>
            <a:spLocks xmlns:a="http://schemas.openxmlformats.org/drawingml/2006/main" noGrp="1"/>
          </p:cNvSpPr>
          <p:nvPr/>
        </p:nvSpPr>
        <p:spPr>
          <a:xfrm xmlns:a="http://schemas.openxmlformats.org/drawingml/2006/main">
            <a:off x="6324600" y="4105275"/>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D2C45"/>
                </a:solidFill>
                <a:latin typeface="NanumGothic"/>
                <a:ea typeface="NanumGothic"/>
                <a:cs typeface="NanumGothic"/>
              </a:defRPr>
            </a:defPPr>
            <a:lvl1pPr algn="l">
              <a:defRPr sz="1875" b="1">
                <a:solidFill>
                  <a:srgbClr val="1D2C45"/>
                </a:solidFill>
                <a:latin typeface="NanumGothic"/>
                <a:ea typeface="NanumGothic"/>
                <a:cs typeface="NanumGothic"/>
              </a:defRPr>
            </a:lvl1pPr>
            <a:lvl2pPr algn="l">
              <a:defRPr sz="1875" b="1">
                <a:solidFill>
                  <a:srgbClr val="1D2C45"/>
                </a:solidFill>
                <a:latin typeface="NanumGothic"/>
                <a:ea typeface="NanumGothic"/>
                <a:cs typeface="NanumGothic"/>
              </a:defRPr>
            </a:lvl2pPr>
            <a:lvl3pPr algn="l">
              <a:defRPr sz="1875" b="1">
                <a:solidFill>
                  <a:srgbClr val="1D2C45"/>
                </a:solidFill>
                <a:latin typeface="NanumGothic"/>
                <a:ea typeface="NanumGothic"/>
                <a:cs typeface="NanumGothic"/>
              </a:defRPr>
            </a:lvl3pPr>
            <a:lvl4pPr algn="l">
              <a:defRPr sz="1875" b="1">
                <a:solidFill>
                  <a:srgbClr val="1D2C45"/>
                </a:solidFill>
                <a:latin typeface="NanumGothic"/>
                <a:ea typeface="NanumGothic"/>
                <a:cs typeface="NanumGothic"/>
              </a:defRPr>
            </a:lvl4pPr>
            <a:lvl5pPr algn="l">
              <a:defRPr sz="1875" b="1">
                <a:solidFill>
                  <a:srgbClr val="1D2C45"/>
                </a:solidFill>
                <a:latin typeface="NanumGothic"/>
                <a:ea typeface="NanumGothic"/>
                <a:cs typeface="NanumGothic"/>
              </a:defRPr>
            </a:lvl5pPr>
            <a:lvl6pPr algn="l">
              <a:defRPr sz="1875" b="1">
                <a:solidFill>
                  <a:srgbClr val="1D2C45"/>
                </a:solidFill>
                <a:latin typeface="NanumGothic"/>
                <a:ea typeface="NanumGothic"/>
                <a:cs typeface="NanumGothic"/>
              </a:defRPr>
            </a:lvl6pPr>
            <a:lvl7pPr algn="l">
              <a:defRPr sz="1875" b="1">
                <a:solidFill>
                  <a:srgbClr val="1D2C45"/>
                </a:solidFill>
                <a:latin typeface="NanumGothic"/>
                <a:ea typeface="NanumGothic"/>
                <a:cs typeface="NanumGothic"/>
              </a:defRPr>
            </a:lvl7pPr>
            <a:lvl8pPr algn="l">
              <a:defRPr sz="1875" b="1">
                <a:solidFill>
                  <a:srgbClr val="1D2C45"/>
                </a:solidFill>
                <a:latin typeface="NanumGothic"/>
                <a:ea typeface="NanumGothic"/>
                <a:cs typeface="NanumGothic"/>
              </a:defRPr>
            </a:lvl8pPr>
            <a:lvl9pPr algn="l">
              <a:defRPr sz="1875" b="1">
                <a:solidFill>
                  <a:srgbClr val="1D2C45"/>
                </a:solidFill>
                <a:latin typeface="NanumGothic"/>
                <a:ea typeface="NanumGothic"/>
                <a:cs typeface="NanumGothic"/>
              </a:defRPr>
            </a:lvl9pPr>
          </a:lstStyle>
          <a:p xmlns:a="http://schemas.openxmlformats.org/drawingml/2006/main">
            <a:pPr algn="l">
              <a:defRPr sz="1875" b="1">
                <a:solidFill>
                  <a:srgbClr val="1D2C45"/>
                </a:solidFill>
                <a:latin typeface="NanumGothic"/>
                <a:ea typeface="NanumGothic"/>
                <a:cs typeface="NanumGothic"/>
              </a:defRPr>
            </a:pPr>
            <a:r>
              <a:rPr sz="1875" b="1">
                <a:solidFill>
                  <a:srgbClr val="1D2C45"/>
                </a:solidFill>
                <a:latin typeface="NanumGothic"/>
                <a:ea typeface="NanumGothic"/>
                <a:cs typeface="NanumGothic"/>
              </a:rPr>
              <a:t>구조화 저장 후</a:t>
            </a:r>
          </a:p>
          <a:p xmlns:a="http://schemas.openxmlformats.org/drawingml/2006/main">
            <a:pPr algn="l">
              <a:defRPr sz="1875" b="1">
                <a:solidFill>
                  <a:srgbClr val="1D2C45"/>
                </a:solidFill>
                <a:latin typeface="NanumGothic"/>
                <a:ea typeface="NanumGothic"/>
                <a:cs typeface="NanumGothic"/>
              </a:defRPr>
            </a:pPr>
            <a:r>
              <a:rPr sz="1875" b="1">
                <a:solidFill>
                  <a:srgbClr val="1D2C45"/>
                </a:solidFill>
                <a:latin typeface="NanumGothic"/>
                <a:ea typeface="NanumGothic"/>
                <a:cs typeface="NanumGothic"/>
              </a:rPr>
              <a:t>검색·달력·출처로 확인</a:t>
            </a:r>
          </a:p>
        </p:txBody>
      </p:sp>
      <p:sp>
        <p:nvSpPr>
          <p:cNvPr id="19" name="">
            <a:extLst xmlns:a="http://schemas.openxmlformats.org/drawingml/2006/main">
              <a:ext uri="{FF2B5EF4-FFF2-40B4-BE49-F238E27FC236}">
                <a16:creationId xmlns:a16="http://schemas.microsoft.com/office/drawing/2014/main" id="{BB295C2F-F3FA-48CA-9F61-C4E942AB2F4D}"/>
              </a:ext>
            </a:extLst>
          </p:cNvPr>
          <p:cNvSpPr>
            <a:spLocks xmlns:a="http://schemas.openxmlformats.org/drawingml/2006/main" noGrp="1"/>
          </p:cNvSpPr>
          <p:nvPr/>
        </p:nvSpPr>
        <p:spPr>
          <a:xfrm xmlns:a="http://schemas.openxmlformats.org/drawingml/2006/main">
            <a:off x="628650" y="55911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9413F"/>
                </a:solidFill>
                <a:latin typeface="NanumGothic"/>
                <a:ea typeface="NanumGothic"/>
                <a:cs typeface="NanumGothic"/>
              </a:defRPr>
            </a:defPPr>
            <a:lvl1pPr algn="l">
              <a:defRPr sz="1350" b="0">
                <a:solidFill>
                  <a:srgbClr val="A9413F"/>
                </a:solidFill>
                <a:latin typeface="NanumGothic"/>
                <a:ea typeface="NanumGothic"/>
                <a:cs typeface="NanumGothic"/>
              </a:defRPr>
            </a:lvl1pPr>
            <a:lvl2pPr algn="l">
              <a:defRPr sz="1350" b="0">
                <a:solidFill>
                  <a:srgbClr val="A9413F"/>
                </a:solidFill>
                <a:latin typeface="NanumGothic"/>
                <a:ea typeface="NanumGothic"/>
                <a:cs typeface="NanumGothic"/>
              </a:defRPr>
            </a:lvl2pPr>
            <a:lvl3pPr algn="l">
              <a:defRPr sz="1350" b="0">
                <a:solidFill>
                  <a:srgbClr val="A9413F"/>
                </a:solidFill>
                <a:latin typeface="NanumGothic"/>
                <a:ea typeface="NanumGothic"/>
                <a:cs typeface="NanumGothic"/>
              </a:defRPr>
            </a:lvl3pPr>
            <a:lvl4pPr algn="l">
              <a:defRPr sz="1350" b="0">
                <a:solidFill>
                  <a:srgbClr val="A9413F"/>
                </a:solidFill>
                <a:latin typeface="NanumGothic"/>
                <a:ea typeface="NanumGothic"/>
                <a:cs typeface="NanumGothic"/>
              </a:defRPr>
            </a:lvl4pPr>
            <a:lvl5pPr algn="l">
              <a:defRPr sz="1350" b="0">
                <a:solidFill>
                  <a:srgbClr val="A9413F"/>
                </a:solidFill>
                <a:latin typeface="NanumGothic"/>
                <a:ea typeface="NanumGothic"/>
                <a:cs typeface="NanumGothic"/>
              </a:defRPr>
            </a:lvl5pPr>
            <a:lvl6pPr algn="l">
              <a:defRPr sz="1350" b="0">
                <a:solidFill>
                  <a:srgbClr val="A9413F"/>
                </a:solidFill>
                <a:latin typeface="NanumGothic"/>
                <a:ea typeface="NanumGothic"/>
                <a:cs typeface="NanumGothic"/>
              </a:defRPr>
            </a:lvl6pPr>
            <a:lvl7pPr algn="l">
              <a:defRPr sz="1350" b="0">
                <a:solidFill>
                  <a:srgbClr val="A9413F"/>
                </a:solidFill>
                <a:latin typeface="NanumGothic"/>
                <a:ea typeface="NanumGothic"/>
                <a:cs typeface="NanumGothic"/>
              </a:defRPr>
            </a:lvl7pPr>
            <a:lvl8pPr algn="l">
              <a:defRPr sz="1350" b="0">
                <a:solidFill>
                  <a:srgbClr val="A9413F"/>
                </a:solidFill>
                <a:latin typeface="NanumGothic"/>
                <a:ea typeface="NanumGothic"/>
                <a:cs typeface="NanumGothic"/>
              </a:defRPr>
            </a:lvl8pPr>
            <a:lvl9pPr algn="l">
              <a:defRPr sz="1350" b="0">
                <a:solidFill>
                  <a:srgbClr val="A9413F"/>
                </a:solidFill>
                <a:latin typeface="NanumGothic"/>
                <a:ea typeface="NanumGothic"/>
                <a:cs typeface="NanumGothic"/>
              </a:defRPr>
            </a:lvl9pPr>
          </a:lstStyle>
          <a:p xmlns:a="http://schemas.openxmlformats.org/drawingml/2006/main">
            <a:pPr algn="l">
              <a:defRPr sz="1350" b="0">
                <a:solidFill>
                  <a:srgbClr val="A9413F"/>
                </a:solidFill>
                <a:latin typeface="NanumGothic"/>
                <a:ea typeface="NanumGothic"/>
                <a:cs typeface="NanumGothic"/>
              </a:defRPr>
            </a:pPr>
            <a:r>
              <a:rPr sz="1350" b="0">
                <a:solidFill>
                  <a:srgbClr val="A9413F"/>
                </a:solidFill>
                <a:latin typeface="NanumGothic"/>
                <a:ea typeface="NanumGothic"/>
                <a:cs typeface="NanumGothic"/>
              </a:rPr>
              <a:t>※ 정량적 처리시간·추출 정확도 비교는 아직 측정하지 않았습니다.</a:t>
            </a:r>
          </a:p>
        </p:txBody>
      </p:sp>
    </p:spTree>
    <p:extLst>
      <p:ext uri="{BB962C8B-B14F-4D97-AF65-F5344CB8AC3E}">
        <p14:creationId xmlns:p14="http://schemas.microsoft.com/office/powerpoint/2010/main" val="53837124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0ABDF92-6A7A-4349-B2F3-57DFEFE3DD3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oundRect">
            <a:avLst>
              <a:gd name="adj" fmla="val 0"/>
            </a:avLst>
          </a:prstGeom>
          <a:solidFill xmlns:a="http://schemas.openxmlformats.org/drawingml/2006/main">
            <a:srgbClr val="2762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7CD29C-7C7D-42FD-8A61-8FF362E4B277}"/>
              </a:ext>
            </a:extLst>
          </p:cNvPr>
          <p:cNvSpPr>
            <a:spLocks xmlns:a="http://schemas.openxmlformats.org/drawingml/2006/main" noGrp="1"/>
          </p:cNvSpPr>
          <p:nvPr/>
        </p:nvSpPr>
        <p:spPr>
          <a:xfrm xmlns:a="http://schemas.openxmlformats.org/drawingml/2006/main">
            <a:off x="609600" y="361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62D9"/>
                </a:solidFill>
                <a:latin typeface="NanumGothic"/>
                <a:ea typeface="NanumGothic"/>
                <a:cs typeface="NanumGothic"/>
              </a:defRPr>
            </a:defPPr>
            <a:lvl1pPr algn="l">
              <a:defRPr sz="1125" b="1">
                <a:solidFill>
                  <a:srgbClr val="2762D9"/>
                </a:solidFill>
                <a:latin typeface="NanumGothic"/>
                <a:ea typeface="NanumGothic"/>
                <a:cs typeface="NanumGothic"/>
              </a:defRPr>
            </a:lvl1pPr>
            <a:lvl2pPr algn="l">
              <a:defRPr sz="1125" b="1">
                <a:solidFill>
                  <a:srgbClr val="2762D9"/>
                </a:solidFill>
                <a:latin typeface="NanumGothic"/>
                <a:ea typeface="NanumGothic"/>
                <a:cs typeface="NanumGothic"/>
              </a:defRPr>
            </a:lvl2pPr>
            <a:lvl3pPr algn="l">
              <a:defRPr sz="1125" b="1">
                <a:solidFill>
                  <a:srgbClr val="2762D9"/>
                </a:solidFill>
                <a:latin typeface="NanumGothic"/>
                <a:ea typeface="NanumGothic"/>
                <a:cs typeface="NanumGothic"/>
              </a:defRPr>
            </a:lvl3pPr>
            <a:lvl4pPr algn="l">
              <a:defRPr sz="1125" b="1">
                <a:solidFill>
                  <a:srgbClr val="2762D9"/>
                </a:solidFill>
                <a:latin typeface="NanumGothic"/>
                <a:ea typeface="NanumGothic"/>
                <a:cs typeface="NanumGothic"/>
              </a:defRPr>
            </a:lvl4pPr>
            <a:lvl5pPr algn="l">
              <a:defRPr sz="1125" b="1">
                <a:solidFill>
                  <a:srgbClr val="2762D9"/>
                </a:solidFill>
                <a:latin typeface="NanumGothic"/>
                <a:ea typeface="NanumGothic"/>
                <a:cs typeface="NanumGothic"/>
              </a:defRPr>
            </a:lvl5pPr>
            <a:lvl6pPr algn="l">
              <a:defRPr sz="1125" b="1">
                <a:solidFill>
                  <a:srgbClr val="2762D9"/>
                </a:solidFill>
                <a:latin typeface="NanumGothic"/>
                <a:ea typeface="NanumGothic"/>
                <a:cs typeface="NanumGothic"/>
              </a:defRPr>
            </a:lvl6pPr>
            <a:lvl7pPr algn="l">
              <a:defRPr sz="1125" b="1">
                <a:solidFill>
                  <a:srgbClr val="2762D9"/>
                </a:solidFill>
                <a:latin typeface="NanumGothic"/>
                <a:ea typeface="NanumGothic"/>
                <a:cs typeface="NanumGothic"/>
              </a:defRPr>
            </a:lvl7pPr>
            <a:lvl8pPr algn="l">
              <a:defRPr sz="1125" b="1">
                <a:solidFill>
                  <a:srgbClr val="2762D9"/>
                </a:solidFill>
                <a:latin typeface="NanumGothic"/>
                <a:ea typeface="NanumGothic"/>
                <a:cs typeface="NanumGothic"/>
              </a:defRPr>
            </a:lvl8pPr>
            <a:lvl9pPr algn="l">
              <a:defRPr sz="1125" b="1">
                <a:solidFill>
                  <a:srgbClr val="2762D9"/>
                </a:solidFill>
                <a:latin typeface="NanumGothic"/>
                <a:ea typeface="NanumGothic"/>
                <a:cs typeface="NanumGothic"/>
              </a:defRPr>
            </a:lvl9pPr>
          </a:lstStyle>
          <a:p xmlns:a="http://schemas.openxmlformats.org/drawingml/2006/main">
            <a:pPr algn="l">
              <a:defRPr sz="1125" b="1">
                <a:solidFill>
                  <a:srgbClr val="2762D9"/>
                </a:solidFill>
                <a:latin typeface="NanumGothic"/>
                <a:ea typeface="NanumGothic"/>
                <a:cs typeface="NanumGothic"/>
              </a:defRPr>
            </a:pPr>
            <a:r>
              <a:rPr sz="1125" b="1">
                <a:solidFill>
                  <a:srgbClr val="2762D9"/>
                </a:solidFill>
                <a:latin typeface="NanumGothic"/>
                <a:ea typeface="NanumGothic"/>
                <a:cs typeface="NanumGothic"/>
              </a:rPr>
              <a:t>05  한계와 개선 방향</a:t>
            </a:r>
          </a:p>
        </p:txBody>
      </p:sp>
      <p:sp>
        <p:nvSpPr>
          <p:cNvPr id="3" name="">
            <a:extLst xmlns:a="http://schemas.openxmlformats.org/drawingml/2006/main">
              <a:ext uri="{FF2B5EF4-FFF2-40B4-BE49-F238E27FC236}">
                <a16:creationId xmlns:a16="http://schemas.microsoft.com/office/drawing/2014/main" id="{719ACAD5-D813-41BA-A4BA-D158215790BD}"/>
              </a:ext>
            </a:extLst>
          </p:cNvPr>
          <p:cNvSpPr>
            <a:spLocks xmlns:a="http://schemas.openxmlformats.org/drawingml/2006/main" noGrp="1"/>
          </p:cNvSpPr>
          <p:nvPr/>
        </p:nvSpPr>
        <p:spPr>
          <a:xfrm xmlns:a="http://schemas.openxmlformats.org/drawingml/2006/main">
            <a:off x="609600" y="685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42B4E"/>
                </a:solidFill>
                <a:latin typeface="NanumGothic"/>
                <a:ea typeface="NanumGothic"/>
                <a:cs typeface="NanumGothic"/>
              </a:defRPr>
            </a:defPPr>
            <a:lvl1pPr algn="l">
              <a:defRPr sz="2925" b="1">
                <a:solidFill>
                  <a:srgbClr val="142B4E"/>
                </a:solidFill>
                <a:latin typeface="NanumGothic"/>
                <a:ea typeface="NanumGothic"/>
                <a:cs typeface="NanumGothic"/>
              </a:defRPr>
            </a:lvl1pPr>
            <a:lvl2pPr algn="l">
              <a:defRPr sz="2925" b="1">
                <a:solidFill>
                  <a:srgbClr val="142B4E"/>
                </a:solidFill>
                <a:latin typeface="NanumGothic"/>
                <a:ea typeface="NanumGothic"/>
                <a:cs typeface="NanumGothic"/>
              </a:defRPr>
            </a:lvl2pPr>
            <a:lvl3pPr algn="l">
              <a:defRPr sz="2925" b="1">
                <a:solidFill>
                  <a:srgbClr val="142B4E"/>
                </a:solidFill>
                <a:latin typeface="NanumGothic"/>
                <a:ea typeface="NanumGothic"/>
                <a:cs typeface="NanumGothic"/>
              </a:defRPr>
            </a:lvl3pPr>
            <a:lvl4pPr algn="l">
              <a:defRPr sz="2925" b="1">
                <a:solidFill>
                  <a:srgbClr val="142B4E"/>
                </a:solidFill>
                <a:latin typeface="NanumGothic"/>
                <a:ea typeface="NanumGothic"/>
                <a:cs typeface="NanumGothic"/>
              </a:defRPr>
            </a:lvl4pPr>
            <a:lvl5pPr algn="l">
              <a:defRPr sz="2925" b="1">
                <a:solidFill>
                  <a:srgbClr val="142B4E"/>
                </a:solidFill>
                <a:latin typeface="NanumGothic"/>
                <a:ea typeface="NanumGothic"/>
                <a:cs typeface="NanumGothic"/>
              </a:defRPr>
            </a:lvl5pPr>
            <a:lvl6pPr algn="l">
              <a:defRPr sz="2925" b="1">
                <a:solidFill>
                  <a:srgbClr val="142B4E"/>
                </a:solidFill>
                <a:latin typeface="NanumGothic"/>
                <a:ea typeface="NanumGothic"/>
                <a:cs typeface="NanumGothic"/>
              </a:defRPr>
            </a:lvl6pPr>
            <a:lvl7pPr algn="l">
              <a:defRPr sz="2925" b="1">
                <a:solidFill>
                  <a:srgbClr val="142B4E"/>
                </a:solidFill>
                <a:latin typeface="NanumGothic"/>
                <a:ea typeface="NanumGothic"/>
                <a:cs typeface="NanumGothic"/>
              </a:defRPr>
            </a:lvl7pPr>
            <a:lvl8pPr algn="l">
              <a:defRPr sz="2925" b="1">
                <a:solidFill>
                  <a:srgbClr val="142B4E"/>
                </a:solidFill>
                <a:latin typeface="NanumGothic"/>
                <a:ea typeface="NanumGothic"/>
                <a:cs typeface="NanumGothic"/>
              </a:defRPr>
            </a:lvl8pPr>
            <a:lvl9pPr algn="l">
              <a:defRPr sz="2925" b="1">
                <a:solidFill>
                  <a:srgbClr val="142B4E"/>
                </a:solidFill>
                <a:latin typeface="NanumGothic"/>
                <a:ea typeface="NanumGothic"/>
                <a:cs typeface="NanumGothic"/>
              </a:defRPr>
            </a:lvl9pPr>
          </a:lstStyle>
          <a:p xmlns:a="http://schemas.openxmlformats.org/drawingml/2006/main">
            <a:pPr algn="l">
              <a:defRPr sz="2925" b="1">
                <a:solidFill>
                  <a:srgbClr val="142B4E"/>
                </a:solidFill>
                <a:latin typeface="NanumGothic"/>
                <a:ea typeface="NanumGothic"/>
                <a:cs typeface="NanumGothic"/>
              </a:defRPr>
            </a:pPr>
            <a:r>
              <a:rPr sz="2925" b="1">
                <a:solidFill>
                  <a:srgbClr val="142B4E"/>
                </a:solidFill>
                <a:latin typeface="NanumGothic"/>
                <a:ea typeface="NanumGothic"/>
                <a:cs typeface="NanumGothic"/>
              </a:rPr>
              <a:t>다음 단계는 실제 공고로 검색·추출 품질을 재검증</a:t>
            </a:r>
          </a:p>
        </p:txBody>
      </p:sp>
      <p:sp>
        <p:nvSpPr>
          <p:cNvPr id="4" name="">
            <a:extLst xmlns:a="http://schemas.openxmlformats.org/drawingml/2006/main">
              <a:ext uri="{FF2B5EF4-FFF2-40B4-BE49-F238E27FC236}">
                <a16:creationId xmlns:a16="http://schemas.microsoft.com/office/drawing/2014/main" id="{C7AE64C0-A6DB-4DFE-A7C7-CC23C67FA07D}"/>
              </a:ext>
            </a:extLst>
          </p:cNvPr>
          <p:cNvSpPr>
            <a:spLocks xmlns:a="http://schemas.openxmlformats.org/drawingml/2006/main" noGrp="1"/>
          </p:cNvSpPr>
          <p:nvPr/>
        </p:nvSpPr>
        <p:spPr>
          <a:xfrm xmlns:a="http://schemas.openxmlformats.org/drawingml/2006/main">
            <a:off x="609600" y="6248400"/>
            <a:ext cx="10972800" cy="9525"/>
          </a:xfrm>
          <a:prstGeom xmlns:a="http://schemas.openxmlformats.org/drawingml/2006/main" prst="roundRect">
            <a:avLst>
              <a:gd name="adj" fmla="val 0"/>
            </a:avLst>
          </a:prstGeom>
          <a:solidFill xmlns:a="http://schemas.openxmlformats.org/drawingml/2006/main">
            <a:srgbClr val="CBD7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7B9AD9-2E56-414B-934D-4E9B0159DB82}"/>
              </a:ext>
            </a:extLst>
          </p:cNvPr>
          <p:cNvSpPr>
            <a:spLocks xmlns:a="http://schemas.openxmlformats.org/drawingml/2006/main" noGrp="1"/>
          </p:cNvSpPr>
          <p:nvPr/>
        </p:nvSpPr>
        <p:spPr>
          <a:xfrm xmlns:a="http://schemas.openxmlformats.org/drawingml/2006/main">
            <a:off x="609600" y="63341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63748D"/>
                </a:solidFill>
                <a:latin typeface="NanumGothic"/>
                <a:ea typeface="NanumGothic"/>
                <a:cs typeface="NanumGothic"/>
              </a:defRPr>
            </a:defPPr>
            <a:lvl1pPr algn="l">
              <a:defRPr sz="975" b="0">
                <a:solidFill>
                  <a:srgbClr val="63748D"/>
                </a:solidFill>
                <a:latin typeface="NanumGothic"/>
                <a:ea typeface="NanumGothic"/>
                <a:cs typeface="NanumGothic"/>
              </a:defRPr>
            </a:lvl1pPr>
            <a:lvl2pPr algn="l">
              <a:defRPr sz="975" b="0">
                <a:solidFill>
                  <a:srgbClr val="63748D"/>
                </a:solidFill>
                <a:latin typeface="NanumGothic"/>
                <a:ea typeface="NanumGothic"/>
                <a:cs typeface="NanumGothic"/>
              </a:defRPr>
            </a:lvl2pPr>
            <a:lvl3pPr algn="l">
              <a:defRPr sz="975" b="0">
                <a:solidFill>
                  <a:srgbClr val="63748D"/>
                </a:solidFill>
                <a:latin typeface="NanumGothic"/>
                <a:ea typeface="NanumGothic"/>
                <a:cs typeface="NanumGothic"/>
              </a:defRPr>
            </a:lvl3pPr>
            <a:lvl4pPr algn="l">
              <a:defRPr sz="975" b="0">
                <a:solidFill>
                  <a:srgbClr val="63748D"/>
                </a:solidFill>
                <a:latin typeface="NanumGothic"/>
                <a:ea typeface="NanumGothic"/>
                <a:cs typeface="NanumGothic"/>
              </a:defRPr>
            </a:lvl4pPr>
            <a:lvl5pPr algn="l">
              <a:defRPr sz="975" b="0">
                <a:solidFill>
                  <a:srgbClr val="63748D"/>
                </a:solidFill>
                <a:latin typeface="NanumGothic"/>
                <a:ea typeface="NanumGothic"/>
                <a:cs typeface="NanumGothic"/>
              </a:defRPr>
            </a:lvl5pPr>
            <a:lvl6pPr algn="l">
              <a:defRPr sz="975" b="0">
                <a:solidFill>
                  <a:srgbClr val="63748D"/>
                </a:solidFill>
                <a:latin typeface="NanumGothic"/>
                <a:ea typeface="NanumGothic"/>
                <a:cs typeface="NanumGothic"/>
              </a:defRPr>
            </a:lvl6pPr>
            <a:lvl7pPr algn="l">
              <a:defRPr sz="975" b="0">
                <a:solidFill>
                  <a:srgbClr val="63748D"/>
                </a:solidFill>
                <a:latin typeface="NanumGothic"/>
                <a:ea typeface="NanumGothic"/>
                <a:cs typeface="NanumGothic"/>
              </a:defRPr>
            </a:lvl7pPr>
            <a:lvl8pPr algn="l">
              <a:defRPr sz="975" b="0">
                <a:solidFill>
                  <a:srgbClr val="63748D"/>
                </a:solidFill>
                <a:latin typeface="NanumGothic"/>
                <a:ea typeface="NanumGothic"/>
                <a:cs typeface="NanumGothic"/>
              </a:defRPr>
            </a:lvl8pPr>
            <a:lvl9pPr algn="l">
              <a:defRPr sz="975" b="0">
                <a:solidFill>
                  <a:srgbClr val="63748D"/>
                </a:solidFill>
                <a:latin typeface="NanumGothic"/>
                <a:ea typeface="NanumGothic"/>
                <a:cs typeface="NanumGothic"/>
              </a:defRPr>
            </a:lvl9pPr>
          </a:lstStyle>
          <a:p xmlns:a="http://schemas.openxmlformats.org/drawingml/2006/main">
            <a:pPr algn="l">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Vision 기반 공지·일정 관리 Agent</a:t>
            </a:r>
          </a:p>
        </p:txBody>
      </p:sp>
      <p:sp>
        <p:nvSpPr>
          <p:cNvPr id="6" name="">
            <a:extLst xmlns:a="http://schemas.openxmlformats.org/drawingml/2006/main">
              <a:ext uri="{FF2B5EF4-FFF2-40B4-BE49-F238E27FC236}">
                <a16:creationId xmlns:a16="http://schemas.microsoft.com/office/drawing/2014/main" id="{F45E67D4-61C0-4D10-B824-3BA217D9958C}"/>
              </a:ext>
            </a:extLst>
          </p:cNvPr>
          <p:cNvSpPr>
            <a:spLocks xmlns:a="http://schemas.openxmlformats.org/drawingml/2006/main" noGrp="1"/>
          </p:cNvSpPr>
          <p:nvPr/>
        </p:nvSpPr>
        <p:spPr>
          <a:xfrm xmlns:a="http://schemas.openxmlformats.org/drawingml/2006/main">
            <a:off x="9667875" y="6334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3748D"/>
                </a:solidFill>
                <a:latin typeface="NanumGothic"/>
                <a:ea typeface="NanumGothic"/>
                <a:cs typeface="NanumGothic"/>
              </a:defRPr>
            </a:defPPr>
            <a:lvl1pPr algn="r">
              <a:defRPr sz="975" b="0">
                <a:solidFill>
                  <a:srgbClr val="63748D"/>
                </a:solidFill>
                <a:latin typeface="NanumGothic"/>
                <a:ea typeface="NanumGothic"/>
                <a:cs typeface="NanumGothic"/>
              </a:defRPr>
            </a:lvl1pPr>
            <a:lvl2pPr algn="r">
              <a:defRPr sz="975" b="0">
                <a:solidFill>
                  <a:srgbClr val="63748D"/>
                </a:solidFill>
                <a:latin typeface="NanumGothic"/>
                <a:ea typeface="NanumGothic"/>
                <a:cs typeface="NanumGothic"/>
              </a:defRPr>
            </a:lvl2pPr>
            <a:lvl3pPr algn="r">
              <a:defRPr sz="975" b="0">
                <a:solidFill>
                  <a:srgbClr val="63748D"/>
                </a:solidFill>
                <a:latin typeface="NanumGothic"/>
                <a:ea typeface="NanumGothic"/>
                <a:cs typeface="NanumGothic"/>
              </a:defRPr>
            </a:lvl3pPr>
            <a:lvl4pPr algn="r">
              <a:defRPr sz="975" b="0">
                <a:solidFill>
                  <a:srgbClr val="63748D"/>
                </a:solidFill>
                <a:latin typeface="NanumGothic"/>
                <a:ea typeface="NanumGothic"/>
                <a:cs typeface="NanumGothic"/>
              </a:defRPr>
            </a:lvl4pPr>
            <a:lvl5pPr algn="r">
              <a:defRPr sz="975" b="0">
                <a:solidFill>
                  <a:srgbClr val="63748D"/>
                </a:solidFill>
                <a:latin typeface="NanumGothic"/>
                <a:ea typeface="NanumGothic"/>
                <a:cs typeface="NanumGothic"/>
              </a:defRPr>
            </a:lvl5pPr>
            <a:lvl6pPr algn="r">
              <a:defRPr sz="975" b="0">
                <a:solidFill>
                  <a:srgbClr val="63748D"/>
                </a:solidFill>
                <a:latin typeface="NanumGothic"/>
                <a:ea typeface="NanumGothic"/>
                <a:cs typeface="NanumGothic"/>
              </a:defRPr>
            </a:lvl6pPr>
            <a:lvl7pPr algn="r">
              <a:defRPr sz="975" b="0">
                <a:solidFill>
                  <a:srgbClr val="63748D"/>
                </a:solidFill>
                <a:latin typeface="NanumGothic"/>
                <a:ea typeface="NanumGothic"/>
                <a:cs typeface="NanumGothic"/>
              </a:defRPr>
            </a:lvl7pPr>
            <a:lvl8pPr algn="r">
              <a:defRPr sz="975" b="0">
                <a:solidFill>
                  <a:srgbClr val="63748D"/>
                </a:solidFill>
                <a:latin typeface="NanumGothic"/>
                <a:ea typeface="NanumGothic"/>
                <a:cs typeface="NanumGothic"/>
              </a:defRPr>
            </a:lvl8pPr>
            <a:lvl9pPr algn="r">
              <a:defRPr sz="975" b="0">
                <a:solidFill>
                  <a:srgbClr val="63748D"/>
                </a:solidFill>
                <a:latin typeface="NanumGothic"/>
                <a:ea typeface="NanumGothic"/>
                <a:cs typeface="NanumGothic"/>
              </a:defRPr>
            </a:lvl9pPr>
          </a:lstStyle>
          <a:p xmlns:a="http://schemas.openxmlformats.org/drawingml/2006/main">
            <a:pPr algn="r">
              <a:defRPr sz="975" b="0">
                <a:solidFill>
                  <a:srgbClr val="63748D"/>
                </a:solidFill>
                <a:latin typeface="NanumGothic"/>
                <a:ea typeface="NanumGothic"/>
                <a:cs typeface="NanumGothic"/>
              </a:defRPr>
            </a:pPr>
            <a:r>
              <a:rPr sz="975" b="0">
                <a:solidFill>
                  <a:srgbClr val="63748D"/>
                </a:solidFill>
                <a:latin typeface="NanumGothic"/>
                <a:ea typeface="NanumGothic"/>
                <a:cs typeface="NanumGothic"/>
              </a:rPr>
              <a:t>6/6  ·  40초</a:t>
            </a:r>
          </a:p>
        </p:txBody>
      </p:sp>
      <p:sp>
        <p:nvSpPr>
          <p:cNvPr id="7" name="">
            <a:extLst xmlns:a="http://schemas.openxmlformats.org/drawingml/2006/main">
              <a:ext uri="{FF2B5EF4-FFF2-40B4-BE49-F238E27FC236}">
                <a16:creationId xmlns:a16="http://schemas.microsoft.com/office/drawing/2014/main" id="{361AE3C6-47A6-4602-AEAE-61608A678F2F}"/>
              </a:ext>
            </a:extLst>
          </p:cNvPr>
          <p:cNvSpPr>
            <a:spLocks xmlns:a="http://schemas.openxmlformats.org/drawingml/2006/main" noGrp="1"/>
          </p:cNvSpPr>
          <p:nvPr/>
        </p:nvSpPr>
        <p:spPr>
          <a:xfrm xmlns:a="http://schemas.openxmlformats.org/drawingml/2006/main">
            <a:off x="609600" y="1666875"/>
            <a:ext cx="10972800" cy="1038225"/>
          </a:xfrm>
          <a:prstGeom xmlns:a="http://schemas.openxmlformats.org/drawingml/2006/main" prst="roundRect">
            <a:avLst>
              <a:gd name="adj" fmla="val 13761"/>
            </a:avLst>
          </a:prstGeom>
          <a:solidFill xmlns:a="http://schemas.openxmlformats.org/drawingml/2006/main">
            <a:srgbClr val="FFFFFF"/>
          </a:solidFill>
          <a:ln xmlns:a="http://schemas.openxmlformats.org/drawingml/2006/main" w="12383">
            <a:solidFill>
              <a:srgbClr val="CBD7EA"/>
            </a:solidFill>
            <a:prstDash val="solid"/>
          </a:ln>
        </p:spPr>
      </p:sp>
      <p:sp>
        <p:nvSpPr>
          <p:cNvPr id="8" name="">
            <a:extLst xmlns:a="http://schemas.openxmlformats.org/drawingml/2006/main">
              <a:ext uri="{FF2B5EF4-FFF2-40B4-BE49-F238E27FC236}">
                <a16:creationId xmlns:a16="http://schemas.microsoft.com/office/drawing/2014/main" id="{640D6445-976B-4B04-B33F-2944B2A66B25}"/>
              </a:ext>
            </a:extLst>
          </p:cNvPr>
          <p:cNvSpPr>
            <a:spLocks xmlns:a="http://schemas.openxmlformats.org/drawingml/2006/main" noGrp="1"/>
          </p:cNvSpPr>
          <p:nvPr/>
        </p:nvSpPr>
        <p:spPr>
          <a:xfrm xmlns:a="http://schemas.openxmlformats.org/drawingml/2006/main">
            <a:off x="781050" y="1857375"/>
            <a:ext cx="1009650" cy="523875"/>
          </a:xfrm>
          <a:prstGeom xmlns:a="http://schemas.openxmlformats.org/drawingml/2006/main" prst="roundRect">
            <a:avLst>
              <a:gd name="adj" fmla="val 21818"/>
            </a:avLst>
          </a:prstGeom>
          <a:solidFill xmlns:a="http://schemas.openxmlformats.org/drawingml/2006/main">
            <a:srgbClr val="EAF1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55C0C2-6001-44C3-A9A3-73C80EFADF3E}"/>
              </a:ext>
            </a:extLst>
          </p:cNvPr>
          <p:cNvSpPr>
            <a:spLocks xmlns:a="http://schemas.openxmlformats.org/drawingml/2006/main" noGrp="1"/>
          </p:cNvSpPr>
          <p:nvPr/>
        </p:nvSpPr>
        <p:spPr>
          <a:xfrm xmlns:a="http://schemas.openxmlformats.org/drawingml/2006/main">
            <a:off x="781050" y="1857375"/>
            <a:ext cx="1009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2762D9"/>
                </a:solidFill>
                <a:latin typeface="NanumGothic"/>
                <a:ea typeface="NanumGothic"/>
                <a:cs typeface="NanumGothic"/>
              </a:defRPr>
            </a:defPPr>
            <a:lvl1pPr algn="ctr">
              <a:defRPr sz="1575" b="1">
                <a:solidFill>
                  <a:srgbClr val="2762D9"/>
                </a:solidFill>
                <a:latin typeface="NanumGothic"/>
                <a:ea typeface="NanumGothic"/>
                <a:cs typeface="NanumGothic"/>
              </a:defRPr>
            </a:lvl1pPr>
            <a:lvl2pPr algn="ctr">
              <a:defRPr sz="1575" b="1">
                <a:solidFill>
                  <a:srgbClr val="2762D9"/>
                </a:solidFill>
                <a:latin typeface="NanumGothic"/>
                <a:ea typeface="NanumGothic"/>
                <a:cs typeface="NanumGothic"/>
              </a:defRPr>
            </a:lvl2pPr>
            <a:lvl3pPr algn="ctr">
              <a:defRPr sz="1575" b="1">
                <a:solidFill>
                  <a:srgbClr val="2762D9"/>
                </a:solidFill>
                <a:latin typeface="NanumGothic"/>
                <a:ea typeface="NanumGothic"/>
                <a:cs typeface="NanumGothic"/>
              </a:defRPr>
            </a:lvl3pPr>
            <a:lvl4pPr algn="ctr">
              <a:defRPr sz="1575" b="1">
                <a:solidFill>
                  <a:srgbClr val="2762D9"/>
                </a:solidFill>
                <a:latin typeface="NanumGothic"/>
                <a:ea typeface="NanumGothic"/>
                <a:cs typeface="NanumGothic"/>
              </a:defRPr>
            </a:lvl4pPr>
            <a:lvl5pPr algn="ctr">
              <a:defRPr sz="1575" b="1">
                <a:solidFill>
                  <a:srgbClr val="2762D9"/>
                </a:solidFill>
                <a:latin typeface="NanumGothic"/>
                <a:ea typeface="NanumGothic"/>
                <a:cs typeface="NanumGothic"/>
              </a:defRPr>
            </a:lvl5pPr>
            <a:lvl6pPr algn="ctr">
              <a:defRPr sz="1575" b="1">
                <a:solidFill>
                  <a:srgbClr val="2762D9"/>
                </a:solidFill>
                <a:latin typeface="NanumGothic"/>
                <a:ea typeface="NanumGothic"/>
                <a:cs typeface="NanumGothic"/>
              </a:defRPr>
            </a:lvl6pPr>
            <a:lvl7pPr algn="ctr">
              <a:defRPr sz="1575" b="1">
                <a:solidFill>
                  <a:srgbClr val="2762D9"/>
                </a:solidFill>
                <a:latin typeface="NanumGothic"/>
                <a:ea typeface="NanumGothic"/>
                <a:cs typeface="NanumGothic"/>
              </a:defRPr>
            </a:lvl7pPr>
            <a:lvl8pPr algn="ctr">
              <a:defRPr sz="1575" b="1">
                <a:solidFill>
                  <a:srgbClr val="2762D9"/>
                </a:solidFill>
                <a:latin typeface="NanumGothic"/>
                <a:ea typeface="NanumGothic"/>
                <a:cs typeface="NanumGothic"/>
              </a:defRPr>
            </a:lvl8pPr>
            <a:lvl9pPr algn="ctr">
              <a:defRPr sz="1575" b="1">
                <a:solidFill>
                  <a:srgbClr val="2762D9"/>
                </a:solidFill>
                <a:latin typeface="NanumGothic"/>
                <a:ea typeface="NanumGothic"/>
                <a:cs typeface="NanumGothic"/>
              </a:defRPr>
            </a:lvl9pPr>
          </a:lstStyle>
          <a:p xmlns:a="http://schemas.openxmlformats.org/drawingml/2006/main">
            <a:pPr algn="ctr">
              <a:defRPr sz="1575" b="1">
                <a:solidFill>
                  <a:srgbClr val="2762D9"/>
                </a:solidFill>
                <a:latin typeface="NanumGothic"/>
                <a:ea typeface="NanumGothic"/>
                <a:cs typeface="NanumGothic"/>
              </a:defRPr>
            </a:pPr>
            <a:r>
              <a:rPr sz="1575" b="1">
                <a:solidFill>
                  <a:srgbClr val="2762D9"/>
                </a:solidFill>
                <a:latin typeface="NanumGothic"/>
                <a:ea typeface="NanumGothic"/>
                <a:cs typeface="NanumGothic"/>
              </a:rPr>
              <a:t>검색</a:t>
            </a:r>
          </a:p>
        </p:txBody>
      </p:sp>
      <p:sp>
        <p:nvSpPr>
          <p:cNvPr id="10" name="">
            <a:extLst xmlns:a="http://schemas.openxmlformats.org/drawingml/2006/main">
              <a:ext uri="{FF2B5EF4-FFF2-40B4-BE49-F238E27FC236}">
                <a16:creationId xmlns:a16="http://schemas.microsoft.com/office/drawing/2014/main" id="{A44A0E27-6E65-4988-9127-DF85C477033A}"/>
              </a:ext>
            </a:extLst>
          </p:cNvPr>
          <p:cNvSpPr>
            <a:spLocks xmlns:a="http://schemas.openxmlformats.org/drawingml/2006/main" noGrp="1"/>
          </p:cNvSpPr>
          <p:nvPr/>
        </p:nvSpPr>
        <p:spPr>
          <a:xfrm xmlns:a="http://schemas.openxmlformats.org/drawingml/2006/main">
            <a:off x="2057400" y="1771650"/>
            <a:ext cx="902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D2C45"/>
                </a:solidFill>
                <a:latin typeface="NanumGothic"/>
                <a:ea typeface="NanumGothic"/>
                <a:cs typeface="NanumGothic"/>
              </a:defRPr>
            </a:defPPr>
            <a:lvl1pPr algn="l">
              <a:defRPr sz="1425" b="1">
                <a:solidFill>
                  <a:srgbClr val="1D2C45"/>
                </a:solidFill>
                <a:latin typeface="NanumGothic"/>
                <a:ea typeface="NanumGothic"/>
                <a:cs typeface="NanumGothic"/>
              </a:defRPr>
            </a:lvl1pPr>
            <a:lvl2pPr algn="l">
              <a:defRPr sz="1425" b="1">
                <a:solidFill>
                  <a:srgbClr val="1D2C45"/>
                </a:solidFill>
                <a:latin typeface="NanumGothic"/>
                <a:ea typeface="NanumGothic"/>
                <a:cs typeface="NanumGothic"/>
              </a:defRPr>
            </a:lvl2pPr>
            <a:lvl3pPr algn="l">
              <a:defRPr sz="1425" b="1">
                <a:solidFill>
                  <a:srgbClr val="1D2C45"/>
                </a:solidFill>
                <a:latin typeface="NanumGothic"/>
                <a:ea typeface="NanumGothic"/>
                <a:cs typeface="NanumGothic"/>
              </a:defRPr>
            </a:lvl3pPr>
            <a:lvl4pPr algn="l">
              <a:defRPr sz="1425" b="1">
                <a:solidFill>
                  <a:srgbClr val="1D2C45"/>
                </a:solidFill>
                <a:latin typeface="NanumGothic"/>
                <a:ea typeface="NanumGothic"/>
                <a:cs typeface="NanumGothic"/>
              </a:defRPr>
            </a:lvl4pPr>
            <a:lvl5pPr algn="l">
              <a:defRPr sz="1425" b="1">
                <a:solidFill>
                  <a:srgbClr val="1D2C45"/>
                </a:solidFill>
                <a:latin typeface="NanumGothic"/>
                <a:ea typeface="NanumGothic"/>
                <a:cs typeface="NanumGothic"/>
              </a:defRPr>
            </a:lvl5pPr>
            <a:lvl6pPr algn="l">
              <a:defRPr sz="1425" b="1">
                <a:solidFill>
                  <a:srgbClr val="1D2C45"/>
                </a:solidFill>
                <a:latin typeface="NanumGothic"/>
                <a:ea typeface="NanumGothic"/>
                <a:cs typeface="NanumGothic"/>
              </a:defRPr>
            </a:lvl6pPr>
            <a:lvl7pPr algn="l">
              <a:defRPr sz="1425" b="1">
                <a:solidFill>
                  <a:srgbClr val="1D2C45"/>
                </a:solidFill>
                <a:latin typeface="NanumGothic"/>
                <a:ea typeface="NanumGothic"/>
                <a:cs typeface="NanumGothic"/>
              </a:defRPr>
            </a:lvl7pPr>
            <a:lvl8pPr algn="l">
              <a:defRPr sz="1425" b="1">
                <a:solidFill>
                  <a:srgbClr val="1D2C45"/>
                </a:solidFill>
                <a:latin typeface="NanumGothic"/>
                <a:ea typeface="NanumGothic"/>
                <a:cs typeface="NanumGothic"/>
              </a:defRPr>
            </a:lvl8pPr>
            <a:lvl9pPr algn="l">
              <a:defRPr sz="1425" b="1">
                <a:solidFill>
                  <a:srgbClr val="1D2C45"/>
                </a:solidFill>
                <a:latin typeface="NanumGothic"/>
                <a:ea typeface="NanumGothic"/>
                <a:cs typeface="NanumGothic"/>
              </a:defRPr>
            </a:lvl9pPr>
          </a:lstStyle>
          <a:p xmlns:a="http://schemas.openxmlformats.org/drawingml/2006/main">
            <a:pPr algn="l">
              <a:defRPr sz="1425" b="1">
                <a:solidFill>
                  <a:srgbClr val="1D2C45"/>
                </a:solidFill>
                <a:latin typeface="NanumGothic"/>
                <a:ea typeface="NanumGothic"/>
                <a:cs typeface="NanumGothic"/>
              </a:defRPr>
            </a:pPr>
            <a:r>
              <a:rPr sz="1425" b="1">
                <a:solidFill>
                  <a:srgbClr val="1D2C45"/>
                </a:solidFill>
                <a:latin typeface="NanumGothic"/>
                <a:ea typeface="NanumGothic"/>
                <a:cs typeface="NanumGothic"/>
              </a:rPr>
              <a:t>주제만 묻는 질문에서 무관한 공고가 나올 수 있음</a:t>
            </a:r>
          </a:p>
        </p:txBody>
      </p:sp>
      <p:sp>
        <p:nvSpPr>
          <p:cNvPr id="11" name="">
            <a:extLst xmlns:a="http://schemas.openxmlformats.org/drawingml/2006/main">
              <a:ext uri="{FF2B5EF4-FFF2-40B4-BE49-F238E27FC236}">
                <a16:creationId xmlns:a16="http://schemas.microsoft.com/office/drawing/2014/main" id="{7D4B578A-53A9-4342-A446-400001E5E8ED}"/>
              </a:ext>
            </a:extLst>
          </p:cNvPr>
          <p:cNvSpPr>
            <a:spLocks xmlns:a="http://schemas.openxmlformats.org/drawingml/2006/main" noGrp="1"/>
          </p:cNvSpPr>
          <p:nvPr/>
        </p:nvSpPr>
        <p:spPr>
          <a:xfrm xmlns:a="http://schemas.openxmlformats.org/drawingml/2006/main">
            <a:off x="2057400" y="2209800"/>
            <a:ext cx="902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3748D"/>
                </a:solidFill>
                <a:latin typeface="NanumGothic"/>
                <a:ea typeface="NanumGothic"/>
                <a:cs typeface="NanumGothic"/>
              </a:defRPr>
            </a:defPPr>
            <a:lvl1pPr algn="l">
              <a:defRPr sz="1425" b="0">
                <a:solidFill>
                  <a:srgbClr val="63748D"/>
                </a:solidFill>
                <a:latin typeface="NanumGothic"/>
                <a:ea typeface="NanumGothic"/>
                <a:cs typeface="NanumGothic"/>
              </a:defRPr>
            </a:lvl1pPr>
            <a:lvl2pPr algn="l">
              <a:defRPr sz="1425" b="0">
                <a:solidFill>
                  <a:srgbClr val="63748D"/>
                </a:solidFill>
                <a:latin typeface="NanumGothic"/>
                <a:ea typeface="NanumGothic"/>
                <a:cs typeface="NanumGothic"/>
              </a:defRPr>
            </a:lvl2pPr>
            <a:lvl3pPr algn="l">
              <a:defRPr sz="1425" b="0">
                <a:solidFill>
                  <a:srgbClr val="63748D"/>
                </a:solidFill>
                <a:latin typeface="NanumGothic"/>
                <a:ea typeface="NanumGothic"/>
                <a:cs typeface="NanumGothic"/>
              </a:defRPr>
            </a:lvl3pPr>
            <a:lvl4pPr algn="l">
              <a:defRPr sz="1425" b="0">
                <a:solidFill>
                  <a:srgbClr val="63748D"/>
                </a:solidFill>
                <a:latin typeface="NanumGothic"/>
                <a:ea typeface="NanumGothic"/>
                <a:cs typeface="NanumGothic"/>
              </a:defRPr>
            </a:lvl4pPr>
            <a:lvl5pPr algn="l">
              <a:defRPr sz="1425" b="0">
                <a:solidFill>
                  <a:srgbClr val="63748D"/>
                </a:solidFill>
                <a:latin typeface="NanumGothic"/>
                <a:ea typeface="NanumGothic"/>
                <a:cs typeface="NanumGothic"/>
              </a:defRPr>
            </a:lvl5pPr>
            <a:lvl6pPr algn="l">
              <a:defRPr sz="1425" b="0">
                <a:solidFill>
                  <a:srgbClr val="63748D"/>
                </a:solidFill>
                <a:latin typeface="NanumGothic"/>
                <a:ea typeface="NanumGothic"/>
                <a:cs typeface="NanumGothic"/>
              </a:defRPr>
            </a:lvl6pPr>
            <a:lvl7pPr algn="l">
              <a:defRPr sz="1425" b="0">
                <a:solidFill>
                  <a:srgbClr val="63748D"/>
                </a:solidFill>
                <a:latin typeface="NanumGothic"/>
                <a:ea typeface="NanumGothic"/>
                <a:cs typeface="NanumGothic"/>
              </a:defRPr>
            </a:lvl7pPr>
            <a:lvl8pPr algn="l">
              <a:defRPr sz="1425" b="0">
                <a:solidFill>
                  <a:srgbClr val="63748D"/>
                </a:solidFill>
                <a:latin typeface="NanumGothic"/>
                <a:ea typeface="NanumGothic"/>
                <a:cs typeface="NanumGothic"/>
              </a:defRPr>
            </a:lvl8pPr>
            <a:lvl9pPr algn="l">
              <a:defRPr sz="1425" b="0">
                <a:solidFill>
                  <a:srgbClr val="63748D"/>
                </a:solidFill>
                <a:latin typeface="NanumGothic"/>
                <a:ea typeface="NanumGothic"/>
                <a:cs typeface="NanumGothic"/>
              </a:defRPr>
            </a:lvl9pPr>
          </a:lstStyle>
          <a:p xmlns:a="http://schemas.openxmlformats.org/drawingml/2006/main">
            <a:pPr algn="l">
              <a:defRPr sz="1425" b="0">
                <a:solidFill>
                  <a:srgbClr val="63748D"/>
                </a:solidFill>
                <a:latin typeface="NanumGothic"/>
                <a:ea typeface="NanumGothic"/>
                <a:cs typeface="NanumGothic"/>
              </a:defRPr>
            </a:pPr>
            <a:r>
              <a:rPr sz="1425" b="0">
                <a:solidFill>
                  <a:srgbClr val="63748D"/>
                </a:solidFill>
                <a:latin typeface="NanumGothic"/>
                <a:ea typeface="NanumGothic"/>
                <a:cs typeface="NanumGothic"/>
              </a:rPr>
              <a:t>→ 주제 필터·재순위화와 무관 결과 억제</a:t>
            </a:r>
          </a:p>
        </p:txBody>
      </p:sp>
      <p:sp>
        <p:nvSpPr>
          <p:cNvPr id="12" name="">
            <a:extLst xmlns:a="http://schemas.openxmlformats.org/drawingml/2006/main">
              <a:ext uri="{FF2B5EF4-FFF2-40B4-BE49-F238E27FC236}">
                <a16:creationId xmlns:a16="http://schemas.microsoft.com/office/drawing/2014/main" id="{89DE954C-3C45-467B-950E-BA24F641ECB3}"/>
              </a:ext>
            </a:extLst>
          </p:cNvPr>
          <p:cNvSpPr>
            <a:spLocks xmlns:a="http://schemas.openxmlformats.org/drawingml/2006/main" noGrp="1"/>
          </p:cNvSpPr>
          <p:nvPr/>
        </p:nvSpPr>
        <p:spPr>
          <a:xfrm xmlns:a="http://schemas.openxmlformats.org/drawingml/2006/main">
            <a:off x="609600" y="2886075"/>
            <a:ext cx="10972800" cy="1038225"/>
          </a:xfrm>
          <a:prstGeom xmlns:a="http://schemas.openxmlformats.org/drawingml/2006/main" prst="roundRect">
            <a:avLst>
              <a:gd name="adj" fmla="val 13761"/>
            </a:avLst>
          </a:prstGeom>
          <a:solidFill xmlns:a="http://schemas.openxmlformats.org/drawingml/2006/main">
            <a:srgbClr val="FFFFFF"/>
          </a:solidFill>
          <a:ln xmlns:a="http://schemas.openxmlformats.org/drawingml/2006/main" w="12383">
            <a:solidFill>
              <a:srgbClr val="CBD7EA"/>
            </a:solidFill>
            <a:prstDash val="solid"/>
          </a:ln>
        </p:spPr>
      </p:sp>
      <p:sp>
        <p:nvSpPr>
          <p:cNvPr id="13" name="">
            <a:extLst xmlns:a="http://schemas.openxmlformats.org/drawingml/2006/main">
              <a:ext uri="{FF2B5EF4-FFF2-40B4-BE49-F238E27FC236}">
                <a16:creationId xmlns:a16="http://schemas.microsoft.com/office/drawing/2014/main" id="{78A1B0EC-8F65-4F78-8F03-31D5CAF54EE6}"/>
              </a:ext>
            </a:extLst>
          </p:cNvPr>
          <p:cNvSpPr>
            <a:spLocks xmlns:a="http://schemas.openxmlformats.org/drawingml/2006/main" noGrp="1"/>
          </p:cNvSpPr>
          <p:nvPr/>
        </p:nvSpPr>
        <p:spPr>
          <a:xfrm xmlns:a="http://schemas.openxmlformats.org/drawingml/2006/main">
            <a:off x="781050" y="3076575"/>
            <a:ext cx="1009650" cy="523875"/>
          </a:xfrm>
          <a:prstGeom xmlns:a="http://schemas.openxmlformats.org/drawingml/2006/main" prst="roundRect">
            <a:avLst>
              <a:gd name="adj" fmla="val 21818"/>
            </a:avLst>
          </a:prstGeom>
          <a:solidFill xmlns:a="http://schemas.openxmlformats.org/drawingml/2006/main">
            <a:srgbClr val="FFF0D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89284E-6972-4F21-8A92-7FD84A84C3A4}"/>
              </a:ext>
            </a:extLst>
          </p:cNvPr>
          <p:cNvSpPr>
            <a:spLocks xmlns:a="http://schemas.openxmlformats.org/drawingml/2006/main" noGrp="1"/>
          </p:cNvSpPr>
          <p:nvPr/>
        </p:nvSpPr>
        <p:spPr>
          <a:xfrm xmlns:a="http://schemas.openxmlformats.org/drawingml/2006/main">
            <a:off x="781050" y="3076575"/>
            <a:ext cx="1009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9B5A16"/>
                </a:solidFill>
                <a:latin typeface="NanumGothic"/>
                <a:ea typeface="NanumGothic"/>
                <a:cs typeface="NanumGothic"/>
              </a:defRPr>
            </a:defPPr>
            <a:lvl1pPr algn="ctr">
              <a:defRPr sz="1575" b="1">
                <a:solidFill>
                  <a:srgbClr val="9B5A16"/>
                </a:solidFill>
                <a:latin typeface="NanumGothic"/>
                <a:ea typeface="NanumGothic"/>
                <a:cs typeface="NanumGothic"/>
              </a:defRPr>
            </a:lvl1pPr>
            <a:lvl2pPr algn="ctr">
              <a:defRPr sz="1575" b="1">
                <a:solidFill>
                  <a:srgbClr val="9B5A16"/>
                </a:solidFill>
                <a:latin typeface="NanumGothic"/>
                <a:ea typeface="NanumGothic"/>
                <a:cs typeface="NanumGothic"/>
              </a:defRPr>
            </a:lvl2pPr>
            <a:lvl3pPr algn="ctr">
              <a:defRPr sz="1575" b="1">
                <a:solidFill>
                  <a:srgbClr val="9B5A16"/>
                </a:solidFill>
                <a:latin typeface="NanumGothic"/>
                <a:ea typeface="NanumGothic"/>
                <a:cs typeface="NanumGothic"/>
              </a:defRPr>
            </a:lvl3pPr>
            <a:lvl4pPr algn="ctr">
              <a:defRPr sz="1575" b="1">
                <a:solidFill>
                  <a:srgbClr val="9B5A16"/>
                </a:solidFill>
                <a:latin typeface="NanumGothic"/>
                <a:ea typeface="NanumGothic"/>
                <a:cs typeface="NanumGothic"/>
              </a:defRPr>
            </a:lvl4pPr>
            <a:lvl5pPr algn="ctr">
              <a:defRPr sz="1575" b="1">
                <a:solidFill>
                  <a:srgbClr val="9B5A16"/>
                </a:solidFill>
                <a:latin typeface="NanumGothic"/>
                <a:ea typeface="NanumGothic"/>
                <a:cs typeface="NanumGothic"/>
              </a:defRPr>
            </a:lvl5pPr>
            <a:lvl6pPr algn="ctr">
              <a:defRPr sz="1575" b="1">
                <a:solidFill>
                  <a:srgbClr val="9B5A16"/>
                </a:solidFill>
                <a:latin typeface="NanumGothic"/>
                <a:ea typeface="NanumGothic"/>
                <a:cs typeface="NanumGothic"/>
              </a:defRPr>
            </a:lvl6pPr>
            <a:lvl7pPr algn="ctr">
              <a:defRPr sz="1575" b="1">
                <a:solidFill>
                  <a:srgbClr val="9B5A16"/>
                </a:solidFill>
                <a:latin typeface="NanumGothic"/>
                <a:ea typeface="NanumGothic"/>
                <a:cs typeface="NanumGothic"/>
              </a:defRPr>
            </a:lvl7pPr>
            <a:lvl8pPr algn="ctr">
              <a:defRPr sz="1575" b="1">
                <a:solidFill>
                  <a:srgbClr val="9B5A16"/>
                </a:solidFill>
                <a:latin typeface="NanumGothic"/>
                <a:ea typeface="NanumGothic"/>
                <a:cs typeface="NanumGothic"/>
              </a:defRPr>
            </a:lvl8pPr>
            <a:lvl9pPr algn="ctr">
              <a:defRPr sz="1575" b="1">
                <a:solidFill>
                  <a:srgbClr val="9B5A16"/>
                </a:solidFill>
                <a:latin typeface="NanumGothic"/>
                <a:ea typeface="NanumGothic"/>
                <a:cs typeface="NanumGothic"/>
              </a:defRPr>
            </a:lvl9pPr>
          </a:lstStyle>
          <a:p xmlns:a="http://schemas.openxmlformats.org/drawingml/2006/main">
            <a:pPr algn="ctr">
              <a:defRPr sz="1575" b="1">
                <a:solidFill>
                  <a:srgbClr val="9B5A16"/>
                </a:solidFill>
                <a:latin typeface="NanumGothic"/>
                <a:ea typeface="NanumGothic"/>
                <a:cs typeface="NanumGothic"/>
              </a:defRPr>
            </a:pPr>
            <a:r>
              <a:rPr sz="1575" b="1">
                <a:solidFill>
                  <a:srgbClr val="9B5A16"/>
                </a:solidFill>
                <a:latin typeface="NanumGothic"/>
                <a:ea typeface="NanumGothic"/>
                <a:cs typeface="NanumGothic"/>
              </a:rPr>
              <a:t>추출</a:t>
            </a:r>
          </a:p>
        </p:txBody>
      </p:sp>
      <p:sp>
        <p:nvSpPr>
          <p:cNvPr id="15" name="">
            <a:extLst xmlns:a="http://schemas.openxmlformats.org/drawingml/2006/main">
              <a:ext uri="{FF2B5EF4-FFF2-40B4-BE49-F238E27FC236}">
                <a16:creationId xmlns:a16="http://schemas.microsoft.com/office/drawing/2014/main" id="{0BFA063D-06E9-4E72-AAB4-0424A54353FB}"/>
              </a:ext>
            </a:extLst>
          </p:cNvPr>
          <p:cNvSpPr>
            <a:spLocks xmlns:a="http://schemas.openxmlformats.org/drawingml/2006/main" noGrp="1"/>
          </p:cNvSpPr>
          <p:nvPr/>
        </p:nvSpPr>
        <p:spPr>
          <a:xfrm xmlns:a="http://schemas.openxmlformats.org/drawingml/2006/main">
            <a:off x="2057400" y="2990850"/>
            <a:ext cx="902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D2C45"/>
                </a:solidFill>
                <a:latin typeface="NanumGothic"/>
                <a:ea typeface="NanumGothic"/>
                <a:cs typeface="NanumGothic"/>
              </a:defRPr>
            </a:defPPr>
            <a:lvl1pPr algn="l">
              <a:defRPr sz="1425" b="1">
                <a:solidFill>
                  <a:srgbClr val="1D2C45"/>
                </a:solidFill>
                <a:latin typeface="NanumGothic"/>
                <a:ea typeface="NanumGothic"/>
                <a:cs typeface="NanumGothic"/>
              </a:defRPr>
            </a:lvl1pPr>
            <a:lvl2pPr algn="l">
              <a:defRPr sz="1425" b="1">
                <a:solidFill>
                  <a:srgbClr val="1D2C45"/>
                </a:solidFill>
                <a:latin typeface="NanumGothic"/>
                <a:ea typeface="NanumGothic"/>
                <a:cs typeface="NanumGothic"/>
              </a:defRPr>
            </a:lvl2pPr>
            <a:lvl3pPr algn="l">
              <a:defRPr sz="1425" b="1">
                <a:solidFill>
                  <a:srgbClr val="1D2C45"/>
                </a:solidFill>
                <a:latin typeface="NanumGothic"/>
                <a:ea typeface="NanumGothic"/>
                <a:cs typeface="NanumGothic"/>
              </a:defRPr>
            </a:lvl3pPr>
            <a:lvl4pPr algn="l">
              <a:defRPr sz="1425" b="1">
                <a:solidFill>
                  <a:srgbClr val="1D2C45"/>
                </a:solidFill>
                <a:latin typeface="NanumGothic"/>
                <a:ea typeface="NanumGothic"/>
                <a:cs typeface="NanumGothic"/>
              </a:defRPr>
            </a:lvl4pPr>
            <a:lvl5pPr algn="l">
              <a:defRPr sz="1425" b="1">
                <a:solidFill>
                  <a:srgbClr val="1D2C45"/>
                </a:solidFill>
                <a:latin typeface="NanumGothic"/>
                <a:ea typeface="NanumGothic"/>
                <a:cs typeface="NanumGothic"/>
              </a:defRPr>
            </a:lvl5pPr>
            <a:lvl6pPr algn="l">
              <a:defRPr sz="1425" b="1">
                <a:solidFill>
                  <a:srgbClr val="1D2C45"/>
                </a:solidFill>
                <a:latin typeface="NanumGothic"/>
                <a:ea typeface="NanumGothic"/>
                <a:cs typeface="NanumGothic"/>
              </a:defRPr>
            </a:lvl6pPr>
            <a:lvl7pPr algn="l">
              <a:defRPr sz="1425" b="1">
                <a:solidFill>
                  <a:srgbClr val="1D2C45"/>
                </a:solidFill>
                <a:latin typeface="NanumGothic"/>
                <a:ea typeface="NanumGothic"/>
                <a:cs typeface="NanumGothic"/>
              </a:defRPr>
            </a:lvl7pPr>
            <a:lvl8pPr algn="l">
              <a:defRPr sz="1425" b="1">
                <a:solidFill>
                  <a:srgbClr val="1D2C45"/>
                </a:solidFill>
                <a:latin typeface="NanumGothic"/>
                <a:ea typeface="NanumGothic"/>
                <a:cs typeface="NanumGothic"/>
              </a:defRPr>
            </a:lvl8pPr>
            <a:lvl9pPr algn="l">
              <a:defRPr sz="1425" b="1">
                <a:solidFill>
                  <a:srgbClr val="1D2C45"/>
                </a:solidFill>
                <a:latin typeface="NanumGothic"/>
                <a:ea typeface="NanumGothic"/>
                <a:cs typeface="NanumGothic"/>
              </a:defRPr>
            </a:lvl9pPr>
          </a:lstStyle>
          <a:p xmlns:a="http://schemas.openxmlformats.org/drawingml/2006/main">
            <a:pPr algn="l">
              <a:defRPr sz="1425" b="1">
                <a:solidFill>
                  <a:srgbClr val="1D2C45"/>
                </a:solidFill>
                <a:latin typeface="NanumGothic"/>
                <a:ea typeface="NanumGothic"/>
                <a:cs typeface="NanumGothic"/>
              </a:defRPr>
            </a:pPr>
            <a:r>
              <a:rPr sz="1425" b="1">
                <a:solidFill>
                  <a:srgbClr val="1D2C45"/>
                </a:solidFill>
                <a:latin typeface="NanumGothic"/>
                <a:ea typeface="NanumGothic"/>
                <a:cs typeface="NanumGothic"/>
              </a:rPr>
              <a:t>OCR 오독과 모호한 날짜는 수동 확인이 필요</a:t>
            </a:r>
          </a:p>
        </p:txBody>
      </p:sp>
      <p:sp>
        <p:nvSpPr>
          <p:cNvPr id="16" name="">
            <a:extLst xmlns:a="http://schemas.openxmlformats.org/drawingml/2006/main">
              <a:ext uri="{FF2B5EF4-FFF2-40B4-BE49-F238E27FC236}">
                <a16:creationId xmlns:a16="http://schemas.microsoft.com/office/drawing/2014/main" id="{0417320B-C1FE-40A6-B2A7-1E1B4E534926}"/>
              </a:ext>
            </a:extLst>
          </p:cNvPr>
          <p:cNvSpPr>
            <a:spLocks xmlns:a="http://schemas.openxmlformats.org/drawingml/2006/main" noGrp="1"/>
          </p:cNvSpPr>
          <p:nvPr/>
        </p:nvSpPr>
        <p:spPr>
          <a:xfrm xmlns:a="http://schemas.openxmlformats.org/drawingml/2006/main">
            <a:off x="2057400" y="3429000"/>
            <a:ext cx="902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3748D"/>
                </a:solidFill>
                <a:latin typeface="NanumGothic"/>
                <a:ea typeface="NanumGothic"/>
                <a:cs typeface="NanumGothic"/>
              </a:defRPr>
            </a:defPPr>
            <a:lvl1pPr algn="l">
              <a:defRPr sz="1425" b="0">
                <a:solidFill>
                  <a:srgbClr val="63748D"/>
                </a:solidFill>
                <a:latin typeface="NanumGothic"/>
                <a:ea typeface="NanumGothic"/>
                <a:cs typeface="NanumGothic"/>
              </a:defRPr>
            </a:lvl1pPr>
            <a:lvl2pPr algn="l">
              <a:defRPr sz="1425" b="0">
                <a:solidFill>
                  <a:srgbClr val="63748D"/>
                </a:solidFill>
                <a:latin typeface="NanumGothic"/>
                <a:ea typeface="NanumGothic"/>
                <a:cs typeface="NanumGothic"/>
              </a:defRPr>
            </a:lvl2pPr>
            <a:lvl3pPr algn="l">
              <a:defRPr sz="1425" b="0">
                <a:solidFill>
                  <a:srgbClr val="63748D"/>
                </a:solidFill>
                <a:latin typeface="NanumGothic"/>
                <a:ea typeface="NanumGothic"/>
                <a:cs typeface="NanumGothic"/>
              </a:defRPr>
            </a:lvl3pPr>
            <a:lvl4pPr algn="l">
              <a:defRPr sz="1425" b="0">
                <a:solidFill>
                  <a:srgbClr val="63748D"/>
                </a:solidFill>
                <a:latin typeface="NanumGothic"/>
                <a:ea typeface="NanumGothic"/>
                <a:cs typeface="NanumGothic"/>
              </a:defRPr>
            </a:lvl4pPr>
            <a:lvl5pPr algn="l">
              <a:defRPr sz="1425" b="0">
                <a:solidFill>
                  <a:srgbClr val="63748D"/>
                </a:solidFill>
                <a:latin typeface="NanumGothic"/>
                <a:ea typeface="NanumGothic"/>
                <a:cs typeface="NanumGothic"/>
              </a:defRPr>
            </a:lvl5pPr>
            <a:lvl6pPr algn="l">
              <a:defRPr sz="1425" b="0">
                <a:solidFill>
                  <a:srgbClr val="63748D"/>
                </a:solidFill>
                <a:latin typeface="NanumGothic"/>
                <a:ea typeface="NanumGothic"/>
                <a:cs typeface="NanumGothic"/>
              </a:defRPr>
            </a:lvl6pPr>
            <a:lvl7pPr algn="l">
              <a:defRPr sz="1425" b="0">
                <a:solidFill>
                  <a:srgbClr val="63748D"/>
                </a:solidFill>
                <a:latin typeface="NanumGothic"/>
                <a:ea typeface="NanumGothic"/>
                <a:cs typeface="NanumGothic"/>
              </a:defRPr>
            </a:lvl7pPr>
            <a:lvl8pPr algn="l">
              <a:defRPr sz="1425" b="0">
                <a:solidFill>
                  <a:srgbClr val="63748D"/>
                </a:solidFill>
                <a:latin typeface="NanumGothic"/>
                <a:ea typeface="NanumGothic"/>
                <a:cs typeface="NanumGothic"/>
              </a:defRPr>
            </a:lvl8pPr>
            <a:lvl9pPr algn="l">
              <a:defRPr sz="1425" b="0">
                <a:solidFill>
                  <a:srgbClr val="63748D"/>
                </a:solidFill>
                <a:latin typeface="NanumGothic"/>
                <a:ea typeface="NanumGothic"/>
                <a:cs typeface="NanumGothic"/>
              </a:defRPr>
            </a:lvl9pPr>
          </a:lstStyle>
          <a:p xmlns:a="http://schemas.openxmlformats.org/drawingml/2006/main">
            <a:pPr algn="l">
              <a:defRPr sz="1425" b="0">
                <a:solidFill>
                  <a:srgbClr val="63748D"/>
                </a:solidFill>
                <a:latin typeface="NanumGothic"/>
                <a:ea typeface="NanumGothic"/>
                <a:cs typeface="NanumGothic"/>
              </a:defRPr>
            </a:pPr>
            <a:r>
              <a:rPr sz="1425" b="0">
                <a:solidFill>
                  <a:srgbClr val="63748D"/>
                </a:solidFill>
                <a:latin typeface="NanumGothic"/>
                <a:ea typeface="NanumGothic"/>
                <a:cs typeface="NanumGothic"/>
              </a:rPr>
              <a:t>→ 실공고 평가셋으로 오류 유형·정확도 측정</a:t>
            </a:r>
          </a:p>
        </p:txBody>
      </p:sp>
      <p:sp>
        <p:nvSpPr>
          <p:cNvPr id="17" name="">
            <a:extLst xmlns:a="http://schemas.openxmlformats.org/drawingml/2006/main">
              <a:ext uri="{FF2B5EF4-FFF2-40B4-BE49-F238E27FC236}">
                <a16:creationId xmlns:a16="http://schemas.microsoft.com/office/drawing/2014/main" id="{5E6E4F74-F01A-4375-B777-918E83D2EB61}"/>
              </a:ext>
            </a:extLst>
          </p:cNvPr>
          <p:cNvSpPr>
            <a:spLocks xmlns:a="http://schemas.openxmlformats.org/drawingml/2006/main" noGrp="1"/>
          </p:cNvSpPr>
          <p:nvPr/>
        </p:nvSpPr>
        <p:spPr>
          <a:xfrm xmlns:a="http://schemas.openxmlformats.org/drawingml/2006/main">
            <a:off x="609600" y="4105275"/>
            <a:ext cx="10972800" cy="1038225"/>
          </a:xfrm>
          <a:prstGeom xmlns:a="http://schemas.openxmlformats.org/drawingml/2006/main" prst="roundRect">
            <a:avLst>
              <a:gd name="adj" fmla="val 13761"/>
            </a:avLst>
          </a:prstGeom>
          <a:solidFill xmlns:a="http://schemas.openxmlformats.org/drawingml/2006/main">
            <a:srgbClr val="FFFFFF"/>
          </a:solidFill>
          <a:ln xmlns:a="http://schemas.openxmlformats.org/drawingml/2006/main" w="12383">
            <a:solidFill>
              <a:srgbClr val="CBD7EA"/>
            </a:solidFill>
            <a:prstDash val="solid"/>
          </a:ln>
        </p:spPr>
      </p:sp>
      <p:sp>
        <p:nvSpPr>
          <p:cNvPr id="18" name="">
            <a:extLst xmlns:a="http://schemas.openxmlformats.org/drawingml/2006/main">
              <a:ext uri="{FF2B5EF4-FFF2-40B4-BE49-F238E27FC236}">
                <a16:creationId xmlns:a16="http://schemas.microsoft.com/office/drawing/2014/main" id="{F6AED358-6B38-4574-B2D0-ADC9F4CBC1A3}"/>
              </a:ext>
            </a:extLst>
          </p:cNvPr>
          <p:cNvSpPr>
            <a:spLocks xmlns:a="http://schemas.openxmlformats.org/drawingml/2006/main" noGrp="1"/>
          </p:cNvSpPr>
          <p:nvPr/>
        </p:nvSpPr>
        <p:spPr>
          <a:xfrm xmlns:a="http://schemas.openxmlformats.org/drawingml/2006/main">
            <a:off x="781050" y="4295775"/>
            <a:ext cx="1009650" cy="523875"/>
          </a:xfrm>
          <a:prstGeom xmlns:a="http://schemas.openxmlformats.org/drawingml/2006/main" prst="roundRect">
            <a:avLst>
              <a:gd name="adj" fmla="val 21818"/>
            </a:avLst>
          </a:prstGeom>
          <a:solidFill xmlns:a="http://schemas.openxmlformats.org/drawingml/2006/main">
            <a:srgbClr val="FCEB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BD8836B-1C31-46DC-B78C-D72591465059}"/>
              </a:ext>
            </a:extLst>
          </p:cNvPr>
          <p:cNvSpPr>
            <a:spLocks xmlns:a="http://schemas.openxmlformats.org/drawingml/2006/main" noGrp="1"/>
          </p:cNvSpPr>
          <p:nvPr/>
        </p:nvSpPr>
        <p:spPr>
          <a:xfrm xmlns:a="http://schemas.openxmlformats.org/drawingml/2006/main">
            <a:off x="781050" y="4295775"/>
            <a:ext cx="1009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A9413F"/>
                </a:solidFill>
                <a:latin typeface="NanumGothic"/>
                <a:ea typeface="NanumGothic"/>
                <a:cs typeface="NanumGothic"/>
              </a:defRPr>
            </a:defPPr>
            <a:lvl1pPr algn="ctr">
              <a:defRPr sz="1575" b="1">
                <a:solidFill>
                  <a:srgbClr val="A9413F"/>
                </a:solidFill>
                <a:latin typeface="NanumGothic"/>
                <a:ea typeface="NanumGothic"/>
                <a:cs typeface="NanumGothic"/>
              </a:defRPr>
            </a:lvl1pPr>
            <a:lvl2pPr algn="ctr">
              <a:defRPr sz="1575" b="1">
                <a:solidFill>
                  <a:srgbClr val="A9413F"/>
                </a:solidFill>
                <a:latin typeface="NanumGothic"/>
                <a:ea typeface="NanumGothic"/>
                <a:cs typeface="NanumGothic"/>
              </a:defRPr>
            </a:lvl2pPr>
            <a:lvl3pPr algn="ctr">
              <a:defRPr sz="1575" b="1">
                <a:solidFill>
                  <a:srgbClr val="A9413F"/>
                </a:solidFill>
                <a:latin typeface="NanumGothic"/>
                <a:ea typeface="NanumGothic"/>
                <a:cs typeface="NanumGothic"/>
              </a:defRPr>
            </a:lvl3pPr>
            <a:lvl4pPr algn="ctr">
              <a:defRPr sz="1575" b="1">
                <a:solidFill>
                  <a:srgbClr val="A9413F"/>
                </a:solidFill>
                <a:latin typeface="NanumGothic"/>
                <a:ea typeface="NanumGothic"/>
                <a:cs typeface="NanumGothic"/>
              </a:defRPr>
            </a:lvl4pPr>
            <a:lvl5pPr algn="ctr">
              <a:defRPr sz="1575" b="1">
                <a:solidFill>
                  <a:srgbClr val="A9413F"/>
                </a:solidFill>
                <a:latin typeface="NanumGothic"/>
                <a:ea typeface="NanumGothic"/>
                <a:cs typeface="NanumGothic"/>
              </a:defRPr>
            </a:lvl5pPr>
            <a:lvl6pPr algn="ctr">
              <a:defRPr sz="1575" b="1">
                <a:solidFill>
                  <a:srgbClr val="A9413F"/>
                </a:solidFill>
                <a:latin typeface="NanumGothic"/>
                <a:ea typeface="NanumGothic"/>
                <a:cs typeface="NanumGothic"/>
              </a:defRPr>
            </a:lvl6pPr>
            <a:lvl7pPr algn="ctr">
              <a:defRPr sz="1575" b="1">
                <a:solidFill>
                  <a:srgbClr val="A9413F"/>
                </a:solidFill>
                <a:latin typeface="NanumGothic"/>
                <a:ea typeface="NanumGothic"/>
                <a:cs typeface="NanumGothic"/>
              </a:defRPr>
            </a:lvl7pPr>
            <a:lvl8pPr algn="ctr">
              <a:defRPr sz="1575" b="1">
                <a:solidFill>
                  <a:srgbClr val="A9413F"/>
                </a:solidFill>
                <a:latin typeface="NanumGothic"/>
                <a:ea typeface="NanumGothic"/>
                <a:cs typeface="NanumGothic"/>
              </a:defRPr>
            </a:lvl8pPr>
            <a:lvl9pPr algn="ctr">
              <a:defRPr sz="1575" b="1">
                <a:solidFill>
                  <a:srgbClr val="A9413F"/>
                </a:solidFill>
                <a:latin typeface="NanumGothic"/>
                <a:ea typeface="NanumGothic"/>
                <a:cs typeface="NanumGothic"/>
              </a:defRPr>
            </a:lvl9pPr>
          </a:lstStyle>
          <a:p xmlns:a="http://schemas.openxmlformats.org/drawingml/2006/main">
            <a:pPr algn="ctr">
              <a:defRPr sz="1575" b="1">
                <a:solidFill>
                  <a:srgbClr val="A9413F"/>
                </a:solidFill>
                <a:latin typeface="NanumGothic"/>
                <a:ea typeface="NanumGothic"/>
                <a:cs typeface="NanumGothic"/>
              </a:defRPr>
            </a:pPr>
            <a:r>
              <a:rPr sz="1575" b="1">
                <a:solidFill>
                  <a:srgbClr val="A9413F"/>
                </a:solidFill>
                <a:latin typeface="NanumGothic"/>
                <a:ea typeface="NanumGothic"/>
                <a:cs typeface="NanumGothic"/>
              </a:rPr>
              <a:t>일정</a:t>
            </a:r>
          </a:p>
        </p:txBody>
      </p:sp>
      <p:sp>
        <p:nvSpPr>
          <p:cNvPr id="20" name="">
            <a:extLst xmlns:a="http://schemas.openxmlformats.org/drawingml/2006/main">
              <a:ext uri="{FF2B5EF4-FFF2-40B4-BE49-F238E27FC236}">
                <a16:creationId xmlns:a16="http://schemas.microsoft.com/office/drawing/2014/main" id="{A56CA0EC-8063-43AF-80F3-586F540A0E7B}"/>
              </a:ext>
            </a:extLst>
          </p:cNvPr>
          <p:cNvSpPr>
            <a:spLocks xmlns:a="http://schemas.openxmlformats.org/drawingml/2006/main" noGrp="1"/>
          </p:cNvSpPr>
          <p:nvPr/>
        </p:nvSpPr>
        <p:spPr>
          <a:xfrm xmlns:a="http://schemas.openxmlformats.org/drawingml/2006/main">
            <a:off x="2057400" y="4210050"/>
            <a:ext cx="902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D2C45"/>
                </a:solidFill>
                <a:latin typeface="NanumGothic"/>
                <a:ea typeface="NanumGothic"/>
                <a:cs typeface="NanumGothic"/>
              </a:defRPr>
            </a:defPPr>
            <a:lvl1pPr algn="l">
              <a:defRPr sz="1425" b="1">
                <a:solidFill>
                  <a:srgbClr val="1D2C45"/>
                </a:solidFill>
                <a:latin typeface="NanumGothic"/>
                <a:ea typeface="NanumGothic"/>
                <a:cs typeface="NanumGothic"/>
              </a:defRPr>
            </a:lvl1pPr>
            <a:lvl2pPr algn="l">
              <a:defRPr sz="1425" b="1">
                <a:solidFill>
                  <a:srgbClr val="1D2C45"/>
                </a:solidFill>
                <a:latin typeface="NanumGothic"/>
                <a:ea typeface="NanumGothic"/>
                <a:cs typeface="NanumGothic"/>
              </a:defRPr>
            </a:lvl2pPr>
            <a:lvl3pPr algn="l">
              <a:defRPr sz="1425" b="1">
                <a:solidFill>
                  <a:srgbClr val="1D2C45"/>
                </a:solidFill>
                <a:latin typeface="NanumGothic"/>
                <a:ea typeface="NanumGothic"/>
                <a:cs typeface="NanumGothic"/>
              </a:defRPr>
            </a:lvl3pPr>
            <a:lvl4pPr algn="l">
              <a:defRPr sz="1425" b="1">
                <a:solidFill>
                  <a:srgbClr val="1D2C45"/>
                </a:solidFill>
                <a:latin typeface="NanumGothic"/>
                <a:ea typeface="NanumGothic"/>
                <a:cs typeface="NanumGothic"/>
              </a:defRPr>
            </a:lvl4pPr>
            <a:lvl5pPr algn="l">
              <a:defRPr sz="1425" b="1">
                <a:solidFill>
                  <a:srgbClr val="1D2C45"/>
                </a:solidFill>
                <a:latin typeface="NanumGothic"/>
                <a:ea typeface="NanumGothic"/>
                <a:cs typeface="NanumGothic"/>
              </a:defRPr>
            </a:lvl5pPr>
            <a:lvl6pPr algn="l">
              <a:defRPr sz="1425" b="1">
                <a:solidFill>
                  <a:srgbClr val="1D2C45"/>
                </a:solidFill>
                <a:latin typeface="NanumGothic"/>
                <a:ea typeface="NanumGothic"/>
                <a:cs typeface="NanumGothic"/>
              </a:defRPr>
            </a:lvl6pPr>
            <a:lvl7pPr algn="l">
              <a:defRPr sz="1425" b="1">
                <a:solidFill>
                  <a:srgbClr val="1D2C45"/>
                </a:solidFill>
                <a:latin typeface="NanumGothic"/>
                <a:ea typeface="NanumGothic"/>
                <a:cs typeface="NanumGothic"/>
              </a:defRPr>
            </a:lvl7pPr>
            <a:lvl8pPr algn="l">
              <a:defRPr sz="1425" b="1">
                <a:solidFill>
                  <a:srgbClr val="1D2C45"/>
                </a:solidFill>
                <a:latin typeface="NanumGothic"/>
                <a:ea typeface="NanumGothic"/>
                <a:cs typeface="NanumGothic"/>
              </a:defRPr>
            </a:lvl8pPr>
            <a:lvl9pPr algn="l">
              <a:defRPr sz="1425" b="1">
                <a:solidFill>
                  <a:srgbClr val="1D2C45"/>
                </a:solidFill>
                <a:latin typeface="NanumGothic"/>
                <a:ea typeface="NanumGothic"/>
                <a:cs typeface="NanumGothic"/>
              </a:defRPr>
            </a:lvl9pPr>
          </a:lstStyle>
          <a:p xmlns:a="http://schemas.openxmlformats.org/drawingml/2006/main">
            <a:pPr algn="l">
              <a:defRPr sz="1425" b="1">
                <a:solidFill>
                  <a:srgbClr val="1D2C45"/>
                </a:solidFill>
                <a:latin typeface="NanumGothic"/>
                <a:ea typeface="NanumGothic"/>
                <a:cs typeface="NanumGothic"/>
              </a:defRPr>
            </a:pPr>
            <a:r>
              <a:rPr sz="1425" b="1">
                <a:solidFill>
                  <a:srgbClr val="1D2C45"/>
                </a:solidFill>
                <a:latin typeface="NanumGothic"/>
                <a:ea typeface="NanumGothic"/>
                <a:cs typeface="NanumGothic"/>
              </a:rPr>
              <a:t>날짜만 저장해 같은 날의 마감 시각은 비교 불가</a:t>
            </a:r>
          </a:p>
        </p:txBody>
      </p:sp>
      <p:sp>
        <p:nvSpPr>
          <p:cNvPr id="21" name="">
            <a:extLst xmlns:a="http://schemas.openxmlformats.org/drawingml/2006/main">
              <a:ext uri="{FF2B5EF4-FFF2-40B4-BE49-F238E27FC236}">
                <a16:creationId xmlns:a16="http://schemas.microsoft.com/office/drawing/2014/main" id="{06C56560-06BC-4927-9535-F500CF69F7F2}"/>
              </a:ext>
            </a:extLst>
          </p:cNvPr>
          <p:cNvSpPr>
            <a:spLocks xmlns:a="http://schemas.openxmlformats.org/drawingml/2006/main" noGrp="1"/>
          </p:cNvSpPr>
          <p:nvPr/>
        </p:nvSpPr>
        <p:spPr>
          <a:xfrm xmlns:a="http://schemas.openxmlformats.org/drawingml/2006/main">
            <a:off x="2057400" y="4648200"/>
            <a:ext cx="902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3748D"/>
                </a:solidFill>
                <a:latin typeface="NanumGothic"/>
                <a:ea typeface="NanumGothic"/>
                <a:cs typeface="NanumGothic"/>
              </a:defRPr>
            </a:defPPr>
            <a:lvl1pPr algn="l">
              <a:defRPr sz="1425" b="0">
                <a:solidFill>
                  <a:srgbClr val="63748D"/>
                </a:solidFill>
                <a:latin typeface="NanumGothic"/>
                <a:ea typeface="NanumGothic"/>
                <a:cs typeface="NanumGothic"/>
              </a:defRPr>
            </a:lvl1pPr>
            <a:lvl2pPr algn="l">
              <a:defRPr sz="1425" b="0">
                <a:solidFill>
                  <a:srgbClr val="63748D"/>
                </a:solidFill>
                <a:latin typeface="NanumGothic"/>
                <a:ea typeface="NanumGothic"/>
                <a:cs typeface="NanumGothic"/>
              </a:defRPr>
            </a:lvl2pPr>
            <a:lvl3pPr algn="l">
              <a:defRPr sz="1425" b="0">
                <a:solidFill>
                  <a:srgbClr val="63748D"/>
                </a:solidFill>
                <a:latin typeface="NanumGothic"/>
                <a:ea typeface="NanumGothic"/>
                <a:cs typeface="NanumGothic"/>
              </a:defRPr>
            </a:lvl3pPr>
            <a:lvl4pPr algn="l">
              <a:defRPr sz="1425" b="0">
                <a:solidFill>
                  <a:srgbClr val="63748D"/>
                </a:solidFill>
                <a:latin typeface="NanumGothic"/>
                <a:ea typeface="NanumGothic"/>
                <a:cs typeface="NanumGothic"/>
              </a:defRPr>
            </a:lvl4pPr>
            <a:lvl5pPr algn="l">
              <a:defRPr sz="1425" b="0">
                <a:solidFill>
                  <a:srgbClr val="63748D"/>
                </a:solidFill>
                <a:latin typeface="NanumGothic"/>
                <a:ea typeface="NanumGothic"/>
                <a:cs typeface="NanumGothic"/>
              </a:defRPr>
            </a:lvl5pPr>
            <a:lvl6pPr algn="l">
              <a:defRPr sz="1425" b="0">
                <a:solidFill>
                  <a:srgbClr val="63748D"/>
                </a:solidFill>
                <a:latin typeface="NanumGothic"/>
                <a:ea typeface="NanumGothic"/>
                <a:cs typeface="NanumGothic"/>
              </a:defRPr>
            </a:lvl6pPr>
            <a:lvl7pPr algn="l">
              <a:defRPr sz="1425" b="0">
                <a:solidFill>
                  <a:srgbClr val="63748D"/>
                </a:solidFill>
                <a:latin typeface="NanumGothic"/>
                <a:ea typeface="NanumGothic"/>
                <a:cs typeface="NanumGothic"/>
              </a:defRPr>
            </a:lvl7pPr>
            <a:lvl8pPr algn="l">
              <a:defRPr sz="1425" b="0">
                <a:solidFill>
                  <a:srgbClr val="63748D"/>
                </a:solidFill>
                <a:latin typeface="NanumGothic"/>
                <a:ea typeface="NanumGothic"/>
                <a:cs typeface="NanumGothic"/>
              </a:defRPr>
            </a:lvl8pPr>
            <a:lvl9pPr algn="l">
              <a:defRPr sz="1425" b="0">
                <a:solidFill>
                  <a:srgbClr val="63748D"/>
                </a:solidFill>
                <a:latin typeface="NanumGothic"/>
                <a:ea typeface="NanumGothic"/>
                <a:cs typeface="NanumGothic"/>
              </a:defRPr>
            </a:lvl9pPr>
          </a:lstStyle>
          <a:p xmlns:a="http://schemas.openxmlformats.org/drawingml/2006/main">
            <a:pPr algn="l">
              <a:defRPr sz="1425" b="0">
                <a:solidFill>
                  <a:srgbClr val="63748D"/>
                </a:solidFill>
                <a:latin typeface="NanumGothic"/>
                <a:ea typeface="NanumGothic"/>
                <a:cs typeface="NanumGothic"/>
              </a:defRPr>
            </a:pPr>
            <a:r>
              <a:rPr sz="1425" b="0">
                <a:solidFill>
                  <a:srgbClr val="63748D"/>
                </a:solidFill>
                <a:latin typeface="NanumGothic"/>
                <a:ea typeface="NanumGothic"/>
                <a:cs typeface="NanumGothic"/>
              </a:rPr>
              <a:t>→ 원문 시각 확인 안내와 필요 시 시각 확장</a:t>
            </a:r>
          </a:p>
        </p:txBody>
      </p:sp>
      <p:sp>
        <p:nvSpPr>
          <p:cNvPr id="22" name="">
            <a:extLst xmlns:a="http://schemas.openxmlformats.org/drawingml/2006/main">
              <a:ext uri="{FF2B5EF4-FFF2-40B4-BE49-F238E27FC236}">
                <a16:creationId xmlns:a16="http://schemas.microsoft.com/office/drawing/2014/main" id="{C511B9A8-F0AF-48B6-B5DA-CF43EAED6EB8}"/>
              </a:ext>
            </a:extLst>
          </p:cNvPr>
          <p:cNvSpPr>
            <a:spLocks xmlns:a="http://schemas.openxmlformats.org/drawingml/2006/main" noGrp="1"/>
          </p:cNvSpPr>
          <p:nvPr/>
        </p:nvSpPr>
        <p:spPr>
          <a:xfrm xmlns:a="http://schemas.openxmlformats.org/drawingml/2006/main">
            <a:off x="638175" y="550545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42B4E"/>
                </a:solidFill>
                <a:latin typeface="NanumGothic"/>
                <a:ea typeface="NanumGothic"/>
                <a:cs typeface="NanumGothic"/>
              </a:defRPr>
            </a:defPPr>
            <a:lvl1pPr algn="l">
              <a:defRPr sz="1575" b="1">
                <a:solidFill>
                  <a:srgbClr val="142B4E"/>
                </a:solidFill>
                <a:latin typeface="NanumGothic"/>
                <a:ea typeface="NanumGothic"/>
                <a:cs typeface="NanumGothic"/>
              </a:defRPr>
            </a:lvl1pPr>
            <a:lvl2pPr algn="l">
              <a:defRPr sz="1575" b="1">
                <a:solidFill>
                  <a:srgbClr val="142B4E"/>
                </a:solidFill>
                <a:latin typeface="NanumGothic"/>
                <a:ea typeface="NanumGothic"/>
                <a:cs typeface="NanumGothic"/>
              </a:defRPr>
            </a:lvl2pPr>
            <a:lvl3pPr algn="l">
              <a:defRPr sz="1575" b="1">
                <a:solidFill>
                  <a:srgbClr val="142B4E"/>
                </a:solidFill>
                <a:latin typeface="NanumGothic"/>
                <a:ea typeface="NanumGothic"/>
                <a:cs typeface="NanumGothic"/>
              </a:defRPr>
            </a:lvl3pPr>
            <a:lvl4pPr algn="l">
              <a:defRPr sz="1575" b="1">
                <a:solidFill>
                  <a:srgbClr val="142B4E"/>
                </a:solidFill>
                <a:latin typeface="NanumGothic"/>
                <a:ea typeface="NanumGothic"/>
                <a:cs typeface="NanumGothic"/>
              </a:defRPr>
            </a:lvl4pPr>
            <a:lvl5pPr algn="l">
              <a:defRPr sz="1575" b="1">
                <a:solidFill>
                  <a:srgbClr val="142B4E"/>
                </a:solidFill>
                <a:latin typeface="NanumGothic"/>
                <a:ea typeface="NanumGothic"/>
                <a:cs typeface="NanumGothic"/>
              </a:defRPr>
            </a:lvl5pPr>
            <a:lvl6pPr algn="l">
              <a:defRPr sz="1575" b="1">
                <a:solidFill>
                  <a:srgbClr val="142B4E"/>
                </a:solidFill>
                <a:latin typeface="NanumGothic"/>
                <a:ea typeface="NanumGothic"/>
                <a:cs typeface="NanumGothic"/>
              </a:defRPr>
            </a:lvl6pPr>
            <a:lvl7pPr algn="l">
              <a:defRPr sz="1575" b="1">
                <a:solidFill>
                  <a:srgbClr val="142B4E"/>
                </a:solidFill>
                <a:latin typeface="NanumGothic"/>
                <a:ea typeface="NanumGothic"/>
                <a:cs typeface="NanumGothic"/>
              </a:defRPr>
            </a:lvl7pPr>
            <a:lvl8pPr algn="l">
              <a:defRPr sz="1575" b="1">
                <a:solidFill>
                  <a:srgbClr val="142B4E"/>
                </a:solidFill>
                <a:latin typeface="NanumGothic"/>
                <a:ea typeface="NanumGothic"/>
                <a:cs typeface="NanumGothic"/>
              </a:defRPr>
            </a:lvl8pPr>
            <a:lvl9pPr algn="l">
              <a:defRPr sz="1575" b="1">
                <a:solidFill>
                  <a:srgbClr val="142B4E"/>
                </a:solidFill>
                <a:latin typeface="NanumGothic"/>
                <a:ea typeface="NanumGothic"/>
                <a:cs typeface="NanumGothic"/>
              </a:defRPr>
            </a:lvl9pPr>
          </a:lstStyle>
          <a:p xmlns:a="http://schemas.openxmlformats.org/drawingml/2006/main">
            <a:pPr algn="l">
              <a:defRPr sz="1575" b="1">
                <a:solidFill>
                  <a:srgbClr val="142B4E"/>
                </a:solidFill>
                <a:latin typeface="NanumGothic"/>
                <a:ea typeface="NanumGothic"/>
                <a:cs typeface="NanumGothic"/>
              </a:defRPr>
            </a:pPr>
            <a:r>
              <a:rPr sz="1575" b="1">
                <a:solidFill>
                  <a:srgbClr val="142B4E"/>
                </a:solidFill>
                <a:latin typeface="NanumGothic"/>
                <a:ea typeface="NanumGothic"/>
                <a:cs typeface="NanumGothic"/>
              </a:rPr>
              <a:t>목표: “찾았다”에서 끝나지 않고, 맞는 공고와 날짜인지 검증할 수 있게 개선</a:t>
            </a:r>
          </a:p>
        </p:txBody>
      </p:sp>
    </p:spTree>
    <p:extLst>
      <p:ext uri="{BB962C8B-B14F-4D97-AF65-F5344CB8AC3E}">
        <p14:creationId xmlns:p14="http://schemas.microsoft.com/office/powerpoint/2010/main" val="9415052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2026-10-22T00:48:44.3070000Z</dcterms:created>
  <dcterms:modified xsi:type="dcterms:W3CDTF">2026-10-22T00:48:44.3070000Z</dcterms:modified>
</coreProperties>
</file>